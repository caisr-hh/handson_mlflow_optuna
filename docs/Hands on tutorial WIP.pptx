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notesMasterIdLst>
    <p:notesMasterId r:id="rId33"/>
  </p:notesMasterIdLst>
  <p:sldIdLst>
    <p:sldId id="256" r:id="rId5"/>
    <p:sldId id="268" r:id="rId6"/>
    <p:sldId id="288" r:id="rId7"/>
    <p:sldId id="260" r:id="rId8"/>
    <p:sldId id="261" r:id="rId9"/>
    <p:sldId id="264" r:id="rId10"/>
    <p:sldId id="284" r:id="rId11"/>
    <p:sldId id="262" r:id="rId12"/>
    <p:sldId id="279" r:id="rId13"/>
    <p:sldId id="285" r:id="rId14"/>
    <p:sldId id="290" r:id="rId15"/>
    <p:sldId id="263" r:id="rId16"/>
    <p:sldId id="266" r:id="rId17"/>
    <p:sldId id="286" r:id="rId18"/>
    <p:sldId id="269" r:id="rId19"/>
    <p:sldId id="270" r:id="rId20"/>
    <p:sldId id="272" r:id="rId21"/>
    <p:sldId id="291" r:id="rId22"/>
    <p:sldId id="295" r:id="rId23"/>
    <p:sldId id="273" r:id="rId24"/>
    <p:sldId id="287" r:id="rId25"/>
    <p:sldId id="296" r:id="rId26"/>
    <p:sldId id="274" r:id="rId27"/>
    <p:sldId id="282" r:id="rId28"/>
    <p:sldId id="292" r:id="rId29"/>
    <p:sldId id="294" r:id="rId30"/>
    <p:sldId id="293" r:id="rId31"/>
    <p:sldId id="283" r:id="rId32"/>
  </p:sldIdLst>
  <p:sldSz cx="12192000" cy="6858000"/>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E48AED-E023-478A-9DEF-4ADC967C9120}" v="33" dt="2026-02-13T13:24:53.6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95" d="100"/>
          <a:sy n="95" d="100"/>
        </p:scale>
        <p:origin x="36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0AAE08-DB13-466B-86B7-58A4DC02AD42}" type="datetimeFigureOut">
              <a:rPr lang="en-GB" smtClean="0"/>
              <a:t>09/02/2026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427F6-0152-4704-BAF5-3FFEE40A1AA9}" type="slidenum">
              <a:rPr lang="en-GB" smtClean="0"/>
              <a:t>‹#›</a:t>
            </a:fld>
            <a:endParaRPr lang="en-GB"/>
          </a:p>
        </p:txBody>
      </p:sp>
    </p:spTree>
    <p:extLst>
      <p:ext uri="{BB962C8B-B14F-4D97-AF65-F5344CB8AC3E}">
        <p14:creationId xmlns:p14="http://schemas.microsoft.com/office/powerpoint/2010/main" val="1008888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49427F6-0152-4704-BAF5-3FFEE40A1AA9}" type="slidenum">
              <a:rPr lang="en-GB" smtClean="0"/>
              <a:t>4</a:t>
            </a:fld>
            <a:endParaRPr lang="en-GB"/>
          </a:p>
        </p:txBody>
      </p:sp>
    </p:spTree>
    <p:extLst>
      <p:ext uri="{BB962C8B-B14F-4D97-AF65-F5344CB8AC3E}">
        <p14:creationId xmlns:p14="http://schemas.microsoft.com/office/powerpoint/2010/main" val="203353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Rubrikbild">
    <p:spTree>
      <p:nvGrpSpPr>
        <p:cNvPr id="1" name=""/>
        <p:cNvGrpSpPr/>
        <p:nvPr/>
      </p:nvGrpSpPr>
      <p:grpSpPr>
        <a:xfrm>
          <a:off x="0" y="0"/>
          <a:ext cx="0" cy="0"/>
          <a:chOff x="0" y="0"/>
          <a:chExt cx="0" cy="0"/>
        </a:xfrm>
      </p:grpSpPr>
      <p:pic>
        <p:nvPicPr>
          <p:cNvPr id="12" name="Bildobjekt 11" descr="HH_ENG_Liggande.png">
            <a:extLst>
              <a:ext uri="{FF2B5EF4-FFF2-40B4-BE49-F238E27FC236}">
                <a16:creationId xmlns:a16="http://schemas.microsoft.com/office/drawing/2014/main" id="{710AC6F1-66A8-9641-A453-2358B1715F99}"/>
              </a:ext>
            </a:extLst>
          </p:cNvPr>
          <p:cNvPicPr>
            <a:picLocks/>
          </p:cNvPicPr>
          <p:nvPr userDrawn="1"/>
        </p:nvPicPr>
        <p:blipFill>
          <a:blip r:embed="rId2"/>
          <a:stretch>
            <a:fillRect/>
          </a:stretch>
        </p:blipFill>
        <p:spPr>
          <a:xfrm>
            <a:off x="424124" y="273602"/>
            <a:ext cx="2374315" cy="776388"/>
          </a:xfrm>
          <a:prstGeom prst="rect">
            <a:avLst/>
          </a:prstGeom>
        </p:spPr>
      </p:pic>
      <p:pic>
        <p:nvPicPr>
          <p:cNvPr id="13" name="Bildobjekt 12">
            <a:extLst>
              <a:ext uri="{FF2B5EF4-FFF2-40B4-BE49-F238E27FC236}">
                <a16:creationId xmlns:a16="http://schemas.microsoft.com/office/drawing/2014/main" id="{4E0A0D69-411B-2944-91FE-30C3C51D8EFE}"/>
              </a:ext>
            </a:extLst>
          </p:cNvPr>
          <p:cNvPicPr>
            <a:picLocks noChangeAspect="1"/>
          </p:cNvPicPr>
          <p:nvPr userDrawn="1"/>
        </p:nvPicPr>
        <p:blipFill rotWithShape="1">
          <a:blip r:embed="rId3"/>
          <a:srcRect b="6306"/>
          <a:stretch/>
        </p:blipFill>
        <p:spPr>
          <a:xfrm>
            <a:off x="422400" y="1338987"/>
            <a:ext cx="11345475" cy="4766613"/>
          </a:xfrm>
          <a:prstGeom prst="rect">
            <a:avLst/>
          </a:prstGeom>
        </p:spPr>
      </p:pic>
      <p:sp>
        <p:nvSpPr>
          <p:cNvPr id="2" name="Rubrik 1"/>
          <p:cNvSpPr>
            <a:spLocks noGrp="1"/>
          </p:cNvSpPr>
          <p:nvPr>
            <p:ph type="ctrTitle"/>
          </p:nvPr>
        </p:nvSpPr>
        <p:spPr>
          <a:xfrm>
            <a:off x="914400" y="2279512"/>
            <a:ext cx="10363200" cy="1470025"/>
          </a:xfrm>
        </p:spPr>
        <p:txBody>
          <a:bodyPr/>
          <a:lstStyle>
            <a:lvl1pPr algn="ctr">
              <a:defRPr>
                <a:solidFill>
                  <a:schemeClr val="bg1"/>
                </a:solidFill>
              </a:defRPr>
            </a:lvl1pPr>
          </a:lstStyle>
          <a:p>
            <a:r>
              <a:rPr lang="en-US"/>
              <a:t>Click to edit Master title style</a:t>
            </a:r>
            <a:endParaRPr lang="sv-SE" dirty="0"/>
          </a:p>
        </p:txBody>
      </p:sp>
      <p:sp>
        <p:nvSpPr>
          <p:cNvPr id="3" name="Underrubrik 2"/>
          <p:cNvSpPr>
            <a:spLocks noGrp="1"/>
          </p:cNvSpPr>
          <p:nvPr>
            <p:ph type="subTitle" idx="1"/>
          </p:nvPr>
        </p:nvSpPr>
        <p:spPr>
          <a:xfrm>
            <a:off x="1828800" y="3766932"/>
            <a:ext cx="8534400" cy="1752600"/>
          </a:xfrm>
        </p:spPr>
        <p:txBody>
          <a:bodyPr/>
          <a:lstStyle>
            <a:lvl1pPr marL="0" indent="0" algn="ctr">
              <a:buNone/>
              <a:defRPr>
                <a:solidFill>
                  <a:schemeClr val="bg1">
                    <a:lumMod val="9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sv-SE" dirty="0"/>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p:cNvPicPr>
            <a:picLocks noChangeAspect="1"/>
          </p:cNvPicPr>
          <p:nvPr userDrawn="1"/>
        </p:nvPicPr>
        <p:blipFill>
          <a:blip r:embed="rId4"/>
          <a:stretch>
            <a:fillRect/>
          </a:stretch>
        </p:blipFill>
        <p:spPr>
          <a:xfrm>
            <a:off x="1" y="6400083"/>
            <a:ext cx="2133600" cy="321392"/>
          </a:xfrm>
          <a:prstGeom prst="rect">
            <a:avLst/>
          </a:prstGeom>
        </p:spPr>
      </p:pic>
    </p:spTree>
    <p:extLst>
      <p:ext uri="{BB962C8B-B14F-4D97-AF65-F5344CB8AC3E}">
        <p14:creationId xmlns:p14="http://schemas.microsoft.com/office/powerpoint/2010/main" val="3577145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Rubrikbild">
    <p:spTree>
      <p:nvGrpSpPr>
        <p:cNvPr id="1" name=""/>
        <p:cNvGrpSpPr/>
        <p:nvPr/>
      </p:nvGrpSpPr>
      <p:grpSpPr>
        <a:xfrm>
          <a:off x="0" y="0"/>
          <a:ext cx="0" cy="0"/>
          <a:chOff x="0" y="0"/>
          <a:chExt cx="0" cy="0"/>
        </a:xfrm>
      </p:grpSpPr>
      <p:pic>
        <p:nvPicPr>
          <p:cNvPr id="11" name="Bildobjekt 10">
            <a:extLst>
              <a:ext uri="{FF2B5EF4-FFF2-40B4-BE49-F238E27FC236}">
                <a16:creationId xmlns:a16="http://schemas.microsoft.com/office/drawing/2014/main" id="{0E45D4F2-78CB-144C-8756-B62C711A110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89" t="35675" r="27372" b="35858"/>
          <a:stretch/>
        </p:blipFill>
        <p:spPr>
          <a:xfrm>
            <a:off x="424126" y="1325229"/>
            <a:ext cx="11345476" cy="4780372"/>
          </a:xfrm>
          <a:prstGeom prst="rect">
            <a:avLst/>
          </a:prstGeom>
        </p:spPr>
      </p:pic>
      <p:pic>
        <p:nvPicPr>
          <p:cNvPr id="12" name="Bildobjekt 11" descr="HH_ENG_Liggande.png">
            <a:extLst>
              <a:ext uri="{FF2B5EF4-FFF2-40B4-BE49-F238E27FC236}">
                <a16:creationId xmlns:a16="http://schemas.microsoft.com/office/drawing/2014/main" id="{710AC6F1-66A8-9641-A453-2358B1715F99}"/>
              </a:ext>
            </a:extLst>
          </p:cNvPr>
          <p:cNvPicPr>
            <a:picLocks/>
          </p:cNvPicPr>
          <p:nvPr userDrawn="1"/>
        </p:nvPicPr>
        <p:blipFill>
          <a:blip r:embed="rId3"/>
          <a:stretch>
            <a:fillRect/>
          </a:stretch>
        </p:blipFill>
        <p:spPr>
          <a:xfrm>
            <a:off x="424124" y="273602"/>
            <a:ext cx="2374315" cy="776388"/>
          </a:xfrm>
          <a:prstGeom prst="rect">
            <a:avLst/>
          </a:prstGeom>
        </p:spPr>
      </p:pic>
      <p:sp>
        <p:nvSpPr>
          <p:cNvPr id="2" name="Rubrik 1"/>
          <p:cNvSpPr>
            <a:spLocks noGrp="1"/>
          </p:cNvSpPr>
          <p:nvPr>
            <p:ph type="ctrTitle"/>
          </p:nvPr>
        </p:nvSpPr>
        <p:spPr>
          <a:xfrm>
            <a:off x="914400" y="2279512"/>
            <a:ext cx="10363200" cy="1470025"/>
          </a:xfrm>
        </p:spPr>
        <p:txBody>
          <a:bodyPr/>
          <a:lstStyle>
            <a:lvl1pPr algn="ctr">
              <a:defRPr>
                <a:solidFill>
                  <a:schemeClr val="bg1"/>
                </a:solidFill>
              </a:defRPr>
            </a:lvl1pPr>
          </a:lstStyle>
          <a:p>
            <a:r>
              <a:rPr lang="en-US"/>
              <a:t>Click to edit Master title style</a:t>
            </a:r>
            <a:endParaRPr lang="sv-SE" dirty="0"/>
          </a:p>
        </p:txBody>
      </p:sp>
      <p:sp>
        <p:nvSpPr>
          <p:cNvPr id="3" name="Underrubrik 2"/>
          <p:cNvSpPr>
            <a:spLocks noGrp="1"/>
          </p:cNvSpPr>
          <p:nvPr>
            <p:ph type="subTitle" idx="1"/>
          </p:nvPr>
        </p:nvSpPr>
        <p:spPr>
          <a:xfrm>
            <a:off x="1828800" y="3766932"/>
            <a:ext cx="8534400" cy="1752600"/>
          </a:xfrm>
        </p:spPr>
        <p:txBody>
          <a:bodyPr/>
          <a:lstStyle>
            <a:lvl1pPr marL="0" indent="0" algn="ctr">
              <a:buNone/>
              <a:defRPr>
                <a:solidFill>
                  <a:schemeClr val="bg1">
                    <a:lumMod val="9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sv-SE" dirty="0"/>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p:cNvPicPr>
            <a:picLocks noChangeAspect="1"/>
          </p:cNvPicPr>
          <p:nvPr userDrawn="1"/>
        </p:nvPicPr>
        <p:blipFill>
          <a:blip r:embed="rId4"/>
          <a:stretch>
            <a:fillRect/>
          </a:stretch>
        </p:blipFill>
        <p:spPr>
          <a:xfrm>
            <a:off x="1" y="6400083"/>
            <a:ext cx="2133600" cy="321392"/>
          </a:xfrm>
          <a:prstGeom prst="rect">
            <a:avLst/>
          </a:prstGeom>
        </p:spPr>
      </p:pic>
    </p:spTree>
    <p:extLst>
      <p:ext uri="{BB962C8B-B14F-4D97-AF65-F5344CB8AC3E}">
        <p14:creationId xmlns:p14="http://schemas.microsoft.com/office/powerpoint/2010/main" val="2521184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2_Rubrikbild">
    <p:spTree>
      <p:nvGrpSpPr>
        <p:cNvPr id="1" name=""/>
        <p:cNvGrpSpPr/>
        <p:nvPr/>
      </p:nvGrpSpPr>
      <p:grpSpPr>
        <a:xfrm>
          <a:off x="0" y="0"/>
          <a:ext cx="0" cy="0"/>
          <a:chOff x="0" y="0"/>
          <a:chExt cx="0" cy="0"/>
        </a:xfrm>
      </p:grpSpPr>
      <p:sp>
        <p:nvSpPr>
          <p:cNvPr id="11" name="Rektangel 10">
            <a:extLst>
              <a:ext uri="{FF2B5EF4-FFF2-40B4-BE49-F238E27FC236}">
                <a16:creationId xmlns:a16="http://schemas.microsoft.com/office/drawing/2014/main" id="{24976BD9-E94D-B245-A091-90A36840099B}"/>
              </a:ext>
            </a:extLst>
          </p:cNvPr>
          <p:cNvSpPr/>
          <p:nvPr userDrawn="1"/>
        </p:nvSpPr>
        <p:spPr>
          <a:xfrm>
            <a:off x="424125" y="1338988"/>
            <a:ext cx="11345475" cy="4766613"/>
          </a:xfrm>
          <a:prstGeom prst="rect">
            <a:avLst/>
          </a:prstGeom>
          <a:solidFill>
            <a:srgbClr val="004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sv-SE" sz="1350" b="0" i="0" u="none" strike="noStrike" kern="1200" cap="none" spc="0" normalizeH="0" baseline="0" noProof="0">
              <a:ln>
                <a:noFill/>
              </a:ln>
              <a:solidFill>
                <a:prstClr val="white"/>
              </a:solidFill>
              <a:effectLst/>
              <a:uLnTx/>
              <a:uFillTx/>
              <a:latin typeface="Gill Sans Std"/>
              <a:ea typeface="+mn-ea"/>
              <a:cs typeface="+mn-cs"/>
            </a:endParaRPr>
          </a:p>
        </p:txBody>
      </p:sp>
      <p:pic>
        <p:nvPicPr>
          <p:cNvPr id="12" name="Bildobjekt 11" descr="HH_ENG_Liggande.png">
            <a:extLst>
              <a:ext uri="{FF2B5EF4-FFF2-40B4-BE49-F238E27FC236}">
                <a16:creationId xmlns:a16="http://schemas.microsoft.com/office/drawing/2014/main" id="{710AC6F1-66A8-9641-A453-2358B1715F99}"/>
              </a:ext>
            </a:extLst>
          </p:cNvPr>
          <p:cNvPicPr>
            <a:picLocks/>
          </p:cNvPicPr>
          <p:nvPr userDrawn="1"/>
        </p:nvPicPr>
        <p:blipFill>
          <a:blip r:embed="rId2"/>
          <a:stretch>
            <a:fillRect/>
          </a:stretch>
        </p:blipFill>
        <p:spPr>
          <a:xfrm>
            <a:off x="424124" y="273602"/>
            <a:ext cx="2374315" cy="776388"/>
          </a:xfrm>
          <a:prstGeom prst="rect">
            <a:avLst/>
          </a:prstGeom>
        </p:spPr>
      </p:pic>
      <p:sp>
        <p:nvSpPr>
          <p:cNvPr id="2" name="Rubrik 1"/>
          <p:cNvSpPr>
            <a:spLocks noGrp="1"/>
          </p:cNvSpPr>
          <p:nvPr>
            <p:ph type="ctrTitle"/>
          </p:nvPr>
        </p:nvSpPr>
        <p:spPr>
          <a:xfrm>
            <a:off x="914400" y="2279512"/>
            <a:ext cx="10363200" cy="1470025"/>
          </a:xfrm>
        </p:spPr>
        <p:txBody>
          <a:bodyPr/>
          <a:lstStyle>
            <a:lvl1pPr algn="ctr">
              <a:defRPr>
                <a:solidFill>
                  <a:schemeClr val="bg1"/>
                </a:solidFill>
              </a:defRPr>
            </a:lvl1pPr>
          </a:lstStyle>
          <a:p>
            <a:r>
              <a:rPr lang="en-US"/>
              <a:t>Click to edit Master title style</a:t>
            </a:r>
            <a:endParaRPr lang="sv-SE" dirty="0"/>
          </a:p>
        </p:txBody>
      </p:sp>
      <p:sp>
        <p:nvSpPr>
          <p:cNvPr id="3" name="Underrubrik 2"/>
          <p:cNvSpPr>
            <a:spLocks noGrp="1"/>
          </p:cNvSpPr>
          <p:nvPr>
            <p:ph type="subTitle" idx="1"/>
          </p:nvPr>
        </p:nvSpPr>
        <p:spPr>
          <a:xfrm>
            <a:off x="1828800" y="3766932"/>
            <a:ext cx="8534400" cy="1752600"/>
          </a:xfrm>
        </p:spPr>
        <p:txBody>
          <a:bodyPr/>
          <a:lstStyle>
            <a:lvl1pPr marL="0" indent="0" algn="ctr">
              <a:buNone/>
              <a:defRPr>
                <a:solidFill>
                  <a:schemeClr val="bg1">
                    <a:lumMod val="9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sv-SE" dirty="0"/>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p:cNvPicPr>
            <a:picLocks noChangeAspect="1"/>
          </p:cNvPicPr>
          <p:nvPr userDrawn="1"/>
        </p:nvPicPr>
        <p:blipFill>
          <a:blip r:embed="rId3"/>
          <a:stretch>
            <a:fillRect/>
          </a:stretch>
        </p:blipFill>
        <p:spPr>
          <a:xfrm>
            <a:off x="1" y="6400083"/>
            <a:ext cx="2133600" cy="321392"/>
          </a:xfrm>
          <a:prstGeom prst="rect">
            <a:avLst/>
          </a:prstGeom>
        </p:spPr>
      </p:pic>
    </p:spTree>
    <p:extLst>
      <p:ext uri="{BB962C8B-B14F-4D97-AF65-F5344CB8AC3E}">
        <p14:creationId xmlns:p14="http://schemas.microsoft.com/office/powerpoint/2010/main" val="2961596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Rubrik och innehåll">
    <p:spTree>
      <p:nvGrpSpPr>
        <p:cNvPr id="1" name=""/>
        <p:cNvGrpSpPr/>
        <p:nvPr/>
      </p:nvGrpSpPr>
      <p:grpSpPr>
        <a:xfrm>
          <a:off x="0" y="0"/>
          <a:ext cx="0" cy="0"/>
          <a:chOff x="0" y="0"/>
          <a:chExt cx="0" cy="0"/>
        </a:xfrm>
      </p:grpSpPr>
      <p:pic>
        <p:nvPicPr>
          <p:cNvPr id="9" name="Bildobjekt 8" descr="HH_ENG_Liggande.png">
            <a:extLst>
              <a:ext uri="{FF2B5EF4-FFF2-40B4-BE49-F238E27FC236}">
                <a16:creationId xmlns:a16="http://schemas.microsoft.com/office/drawing/2014/main" id="{B16A15D1-E503-D946-9917-69552DEB0EDE}"/>
              </a:ext>
            </a:extLst>
          </p:cNvPr>
          <p:cNvPicPr>
            <a:picLocks/>
          </p:cNvPicPr>
          <p:nvPr userDrawn="1"/>
        </p:nvPicPr>
        <p:blipFill>
          <a:blip r:embed="rId2"/>
          <a:stretch>
            <a:fillRect/>
          </a:stretch>
        </p:blipFill>
        <p:spPr>
          <a:xfrm>
            <a:off x="609600" y="6102007"/>
            <a:ext cx="1755534" cy="571969"/>
          </a:xfrm>
          <a:prstGeom prst="rect">
            <a:avLst/>
          </a:prstGeom>
        </p:spPr>
      </p:pic>
      <p:pic>
        <p:nvPicPr>
          <p:cNvPr id="7" name="Bildobjekt 6">
            <a:extLst>
              <a:ext uri="{FF2B5EF4-FFF2-40B4-BE49-F238E27FC236}">
                <a16:creationId xmlns:a16="http://schemas.microsoft.com/office/drawing/2014/main" id="{3373C4ED-6679-DB47-8871-BD6CA2C7D132}"/>
              </a:ext>
            </a:extLst>
          </p:cNvPr>
          <p:cNvPicPr>
            <a:picLocks noChangeAspect="1"/>
          </p:cNvPicPr>
          <p:nvPr userDrawn="1"/>
        </p:nvPicPr>
        <p:blipFill rotWithShape="1">
          <a:blip r:embed="rId3"/>
          <a:srcRect r="32260"/>
          <a:stretch/>
        </p:blipFill>
        <p:spPr>
          <a:xfrm>
            <a:off x="8630371" y="2019300"/>
            <a:ext cx="3561629" cy="4838700"/>
          </a:xfrm>
          <a:prstGeom prst="rect">
            <a:avLst/>
          </a:prstGeom>
        </p:spPr>
      </p:pic>
      <p:sp>
        <p:nvSpPr>
          <p:cNvPr id="6" name="Platshållare för bildnummer 5"/>
          <p:cNvSpPr>
            <a:spLocks noGrp="1"/>
          </p:cNvSpPr>
          <p:nvPr>
            <p:ph type="sldNum" sz="quarter" idx="12"/>
          </p:nvPr>
        </p:nvSpPr>
        <p:spPr>
          <a:xfrm>
            <a:off x="7926079" y="6356352"/>
            <a:ext cx="819741" cy="365125"/>
          </a:xfrm>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sp>
        <p:nvSpPr>
          <p:cNvPr id="11" name="Platshållare för datum 3">
            <a:extLst>
              <a:ext uri="{FF2B5EF4-FFF2-40B4-BE49-F238E27FC236}">
                <a16:creationId xmlns:a16="http://schemas.microsoft.com/office/drawing/2014/main" id="{F074B5AF-0478-DD46-8C59-2FEDACDE5361}"/>
              </a:ext>
            </a:extLst>
          </p:cNvPr>
          <p:cNvSpPr>
            <a:spLocks noGrp="1"/>
          </p:cNvSpPr>
          <p:nvPr>
            <p:ph type="dt" sz="half" idx="10"/>
          </p:nvPr>
        </p:nvSpPr>
        <p:spPr>
          <a:xfrm>
            <a:off x="2504661" y="6356352"/>
            <a:ext cx="1296374" cy="365125"/>
          </a:xfrm>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12" name="Platshållare för sidfot 4">
            <a:extLst>
              <a:ext uri="{FF2B5EF4-FFF2-40B4-BE49-F238E27FC236}">
                <a16:creationId xmlns:a16="http://schemas.microsoft.com/office/drawing/2014/main" id="{F8B48D44-9E04-7F41-8F1F-8F7C17E73695}"/>
              </a:ext>
            </a:extLst>
          </p:cNvPr>
          <p:cNvSpPr>
            <a:spLocks noGrp="1"/>
          </p:cNvSpPr>
          <p:nvPr>
            <p:ph type="ftr" sz="quarter" idx="11"/>
          </p:nvPr>
        </p:nvSpPr>
        <p:spPr>
          <a:xfrm>
            <a:off x="3885139" y="6356352"/>
            <a:ext cx="3956836" cy="365125"/>
          </a:xfrm>
        </p:spPr>
        <p:txBody>
          <a:bodyPr/>
          <a:lstStyle/>
          <a:p>
            <a:endParaRPr lang="sv-SE">
              <a:solidFill>
                <a:prstClr val="black">
                  <a:tint val="75000"/>
                </a:prstClr>
              </a:solidFill>
            </a:endParaRPr>
          </a:p>
        </p:txBody>
      </p:sp>
      <p:sp>
        <p:nvSpPr>
          <p:cNvPr id="10" name="Rubrik 1">
            <a:extLst>
              <a:ext uri="{FF2B5EF4-FFF2-40B4-BE49-F238E27FC236}">
                <a16:creationId xmlns:a16="http://schemas.microsoft.com/office/drawing/2014/main" id="{0631A018-EFDF-CF49-AA19-28D98758B604}"/>
              </a:ext>
            </a:extLst>
          </p:cNvPr>
          <p:cNvSpPr>
            <a:spLocks noGrp="1"/>
          </p:cNvSpPr>
          <p:nvPr>
            <p:ph type="title"/>
          </p:nvPr>
        </p:nvSpPr>
        <p:spPr>
          <a:xfrm>
            <a:off x="609599" y="596348"/>
            <a:ext cx="11158331"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4" name="Platshållare för innehåll 2">
            <a:extLst>
              <a:ext uri="{FF2B5EF4-FFF2-40B4-BE49-F238E27FC236}">
                <a16:creationId xmlns:a16="http://schemas.microsoft.com/office/drawing/2014/main" id="{8482BDCE-9001-7E41-B552-712AE05CD53D}"/>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Tree>
    <p:extLst>
      <p:ext uri="{BB962C8B-B14F-4D97-AF65-F5344CB8AC3E}">
        <p14:creationId xmlns:p14="http://schemas.microsoft.com/office/powerpoint/2010/main" val="1517182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Rubrik och innehåll">
    <p:spTree>
      <p:nvGrpSpPr>
        <p:cNvPr id="1" name=""/>
        <p:cNvGrpSpPr/>
        <p:nvPr/>
      </p:nvGrpSpPr>
      <p:grpSpPr>
        <a:xfrm>
          <a:off x="0" y="0"/>
          <a:ext cx="0" cy="0"/>
          <a:chOff x="0" y="0"/>
          <a:chExt cx="0" cy="0"/>
        </a:xfrm>
      </p:grpSpPr>
      <p:pic>
        <p:nvPicPr>
          <p:cNvPr id="7" name="Bildobjekt 6">
            <a:extLst>
              <a:ext uri="{FF2B5EF4-FFF2-40B4-BE49-F238E27FC236}">
                <a16:creationId xmlns:a16="http://schemas.microsoft.com/office/drawing/2014/main" id="{3373C4ED-6679-DB47-8871-BD6CA2C7D132}"/>
              </a:ext>
            </a:extLst>
          </p:cNvPr>
          <p:cNvPicPr>
            <a:picLocks noChangeAspect="1"/>
          </p:cNvPicPr>
          <p:nvPr userDrawn="1"/>
        </p:nvPicPr>
        <p:blipFill rotWithShape="1">
          <a:blip r:embed="rId2"/>
          <a:srcRect r="32260"/>
          <a:stretch/>
        </p:blipFill>
        <p:spPr>
          <a:xfrm>
            <a:off x="8630371" y="2019300"/>
            <a:ext cx="3561629" cy="4838700"/>
          </a:xfrm>
          <a:prstGeom prst="rect">
            <a:avLst/>
          </a:prstGeom>
        </p:spPr>
      </p:pic>
      <p:sp>
        <p:nvSpPr>
          <p:cNvPr id="4" name="Platshållare för datum 3"/>
          <p:cNvSpPr>
            <a:spLocks noGrp="1"/>
          </p:cNvSpPr>
          <p:nvPr>
            <p:ph type="dt" sz="half" idx="10"/>
          </p:nvPr>
        </p:nvSpPr>
        <p:spPr>
          <a:xfrm>
            <a:off x="2504661" y="6356352"/>
            <a:ext cx="1296374" cy="365125"/>
          </a:xfrm>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a:xfrm>
            <a:off x="3885139" y="6356352"/>
            <a:ext cx="3956836" cy="365125"/>
          </a:xfrm>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a:xfrm>
            <a:off x="7926079" y="6364775"/>
            <a:ext cx="819741" cy="365125"/>
          </a:xfrm>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sp>
        <p:nvSpPr>
          <p:cNvPr id="10" name="Rubrik 8">
            <a:extLst>
              <a:ext uri="{FF2B5EF4-FFF2-40B4-BE49-F238E27FC236}">
                <a16:creationId xmlns:a16="http://schemas.microsoft.com/office/drawing/2014/main" id="{26B849E8-3695-294A-BAD7-2ADD059E0E91}"/>
              </a:ext>
            </a:extLst>
          </p:cNvPr>
          <p:cNvSpPr>
            <a:spLocks noGrp="1"/>
          </p:cNvSpPr>
          <p:nvPr>
            <p:ph type="title"/>
          </p:nvPr>
        </p:nvSpPr>
        <p:spPr>
          <a:xfrm>
            <a:off x="609602" y="273600"/>
            <a:ext cx="11158332" cy="1143000"/>
          </a:xfrm>
        </p:spPr>
        <p:txBody>
          <a:bodyPr/>
          <a:lstStyle/>
          <a:p>
            <a:r>
              <a:rPr lang="en-US"/>
              <a:t>Click to edit Master title style</a:t>
            </a:r>
            <a:endParaRPr lang="sv-SE" dirty="0"/>
          </a:p>
        </p:txBody>
      </p:sp>
      <p:sp>
        <p:nvSpPr>
          <p:cNvPr id="9" name="Platshållare för innehåll 2">
            <a:extLst>
              <a:ext uri="{FF2B5EF4-FFF2-40B4-BE49-F238E27FC236}">
                <a16:creationId xmlns:a16="http://schemas.microsoft.com/office/drawing/2014/main" id="{050CEBC1-5980-894E-B070-0BC0806649EC}"/>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1" name="Bildobjekt 10" descr="HH_ENG_Liggande.png">
            <a:extLst>
              <a:ext uri="{FF2B5EF4-FFF2-40B4-BE49-F238E27FC236}">
                <a16:creationId xmlns:a16="http://schemas.microsoft.com/office/drawing/2014/main" id="{A1AEA92B-04E8-0C4B-8625-E0E9DEA07981}"/>
              </a:ext>
            </a:extLst>
          </p:cNvPr>
          <p:cNvPicPr>
            <a:picLocks/>
          </p:cNvPicPr>
          <p:nvPr userDrawn="1"/>
        </p:nvPicPr>
        <p:blipFill>
          <a:blip r:embed="rId3"/>
          <a:stretch>
            <a:fillRect/>
          </a:stretch>
        </p:blipFill>
        <p:spPr>
          <a:xfrm>
            <a:off x="609600" y="6102007"/>
            <a:ext cx="1755534" cy="571969"/>
          </a:xfrm>
          <a:prstGeom prst="rect">
            <a:avLst/>
          </a:prstGeom>
        </p:spPr>
      </p:pic>
    </p:spTree>
    <p:extLst>
      <p:ext uri="{BB962C8B-B14F-4D97-AF65-F5344CB8AC3E}">
        <p14:creationId xmlns:p14="http://schemas.microsoft.com/office/powerpoint/2010/main" val="48688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Rubrik och innehåll">
    <p:spTree>
      <p:nvGrpSpPr>
        <p:cNvPr id="1" name=""/>
        <p:cNvGrpSpPr/>
        <p:nvPr/>
      </p:nvGrpSpPr>
      <p:grpSpPr>
        <a:xfrm>
          <a:off x="0" y="0"/>
          <a:ext cx="0" cy="0"/>
          <a:chOff x="0" y="0"/>
          <a:chExt cx="0" cy="0"/>
        </a:xfrm>
      </p:grpSpPr>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7" name="Bildobjekt 6" descr="Sidfot_lång.png">
            <a:extLst>
              <a:ext uri="{FF2B5EF4-FFF2-40B4-BE49-F238E27FC236}">
                <a16:creationId xmlns:a16="http://schemas.microsoft.com/office/drawing/2014/main" id="{2AE1E04F-D359-F341-9FF0-DC216794DA39}"/>
              </a:ext>
            </a:extLst>
          </p:cNvPr>
          <p:cNvPicPr>
            <a:picLocks noChangeAspect="1"/>
          </p:cNvPicPr>
          <p:nvPr userDrawn="1"/>
        </p:nvPicPr>
        <p:blipFill>
          <a:blip r:embed="rId2"/>
          <a:stretch>
            <a:fillRect/>
          </a:stretch>
        </p:blipFill>
        <p:spPr>
          <a:xfrm>
            <a:off x="1" y="6400083"/>
            <a:ext cx="2133600" cy="321392"/>
          </a:xfrm>
          <a:prstGeom prst="rect">
            <a:avLst/>
          </a:prstGeom>
        </p:spPr>
      </p:pic>
      <p:sp>
        <p:nvSpPr>
          <p:cNvPr id="9" name="Rubrik 1">
            <a:extLst>
              <a:ext uri="{FF2B5EF4-FFF2-40B4-BE49-F238E27FC236}">
                <a16:creationId xmlns:a16="http://schemas.microsoft.com/office/drawing/2014/main" id="{9A7FBF6D-719B-5C47-95E6-43620EB94D24}"/>
              </a:ext>
            </a:extLst>
          </p:cNvPr>
          <p:cNvSpPr>
            <a:spLocks noGrp="1"/>
          </p:cNvSpPr>
          <p:nvPr>
            <p:ph type="title"/>
          </p:nvPr>
        </p:nvSpPr>
        <p:spPr>
          <a:xfrm>
            <a:off x="609599" y="596348"/>
            <a:ext cx="11158331"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2" name="Platshållare för innehåll 2">
            <a:extLst>
              <a:ext uri="{FF2B5EF4-FFF2-40B4-BE49-F238E27FC236}">
                <a16:creationId xmlns:a16="http://schemas.microsoft.com/office/drawing/2014/main" id="{43368CCE-35FC-AF42-A169-4D8E77DF8EC6}"/>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1" name="Bildobjekt 10" descr="HH_ENG_Liggande.png">
            <a:extLst>
              <a:ext uri="{FF2B5EF4-FFF2-40B4-BE49-F238E27FC236}">
                <a16:creationId xmlns:a16="http://schemas.microsoft.com/office/drawing/2014/main" id="{CD4F357F-C84C-3F47-ACDC-E3C75CF15023}"/>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480017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Rubrik och innehåll">
    <p:spTree>
      <p:nvGrpSpPr>
        <p:cNvPr id="1" name=""/>
        <p:cNvGrpSpPr/>
        <p:nvPr/>
      </p:nvGrpSpPr>
      <p:grpSpPr>
        <a:xfrm>
          <a:off x="0" y="0"/>
          <a:ext cx="0" cy="0"/>
          <a:chOff x="0" y="0"/>
          <a:chExt cx="0" cy="0"/>
        </a:xfrm>
      </p:grpSpPr>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7" name="Bildobjekt 6" descr="Sidfot_lång.png">
            <a:extLst>
              <a:ext uri="{FF2B5EF4-FFF2-40B4-BE49-F238E27FC236}">
                <a16:creationId xmlns:a16="http://schemas.microsoft.com/office/drawing/2014/main" id="{2AE1E04F-D359-F341-9FF0-DC216794DA39}"/>
              </a:ext>
            </a:extLst>
          </p:cNvPr>
          <p:cNvPicPr>
            <a:picLocks noChangeAspect="1"/>
          </p:cNvPicPr>
          <p:nvPr userDrawn="1"/>
        </p:nvPicPr>
        <p:blipFill>
          <a:blip r:embed="rId2"/>
          <a:stretch>
            <a:fillRect/>
          </a:stretch>
        </p:blipFill>
        <p:spPr>
          <a:xfrm>
            <a:off x="1" y="6400083"/>
            <a:ext cx="2133600" cy="321392"/>
          </a:xfrm>
          <a:prstGeom prst="rect">
            <a:avLst/>
          </a:prstGeom>
        </p:spPr>
      </p:pic>
      <p:sp>
        <p:nvSpPr>
          <p:cNvPr id="9" name="Rubrik 8">
            <a:extLst>
              <a:ext uri="{FF2B5EF4-FFF2-40B4-BE49-F238E27FC236}">
                <a16:creationId xmlns:a16="http://schemas.microsoft.com/office/drawing/2014/main" id="{7272C367-7C56-5B40-AA46-4385B1E962E8}"/>
              </a:ext>
            </a:extLst>
          </p:cNvPr>
          <p:cNvSpPr>
            <a:spLocks noGrp="1"/>
          </p:cNvSpPr>
          <p:nvPr>
            <p:ph type="title"/>
          </p:nvPr>
        </p:nvSpPr>
        <p:spPr>
          <a:xfrm>
            <a:off x="609602" y="273600"/>
            <a:ext cx="11158332" cy="1143000"/>
          </a:xfrm>
        </p:spPr>
        <p:txBody>
          <a:bodyPr/>
          <a:lstStyle/>
          <a:p>
            <a:r>
              <a:rPr lang="en-US"/>
              <a:t>Click to edit Master title style</a:t>
            </a:r>
            <a:endParaRPr lang="sv-SE" dirty="0"/>
          </a:p>
        </p:txBody>
      </p:sp>
      <p:sp>
        <p:nvSpPr>
          <p:cNvPr id="10" name="Platshållare för innehåll 2">
            <a:extLst>
              <a:ext uri="{FF2B5EF4-FFF2-40B4-BE49-F238E27FC236}">
                <a16:creationId xmlns:a16="http://schemas.microsoft.com/office/drawing/2014/main" id="{8F045D84-9B80-6448-A3BC-501EBC982EFB}"/>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1" name="Bildobjekt 10" descr="HH_ENG_Liggande.png">
            <a:extLst>
              <a:ext uri="{FF2B5EF4-FFF2-40B4-BE49-F238E27FC236}">
                <a16:creationId xmlns:a16="http://schemas.microsoft.com/office/drawing/2014/main" id="{68EAF8F5-9B88-0146-9809-126FE8FB2F29}"/>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2416673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Rubrikbild - Vit">
    <p:spTree>
      <p:nvGrpSpPr>
        <p:cNvPr id="1" name=""/>
        <p:cNvGrpSpPr/>
        <p:nvPr/>
      </p:nvGrpSpPr>
      <p:grpSpPr>
        <a:xfrm>
          <a:off x="0" y="0"/>
          <a:ext cx="0" cy="0"/>
          <a:chOff x="0" y="0"/>
          <a:chExt cx="0" cy="0"/>
        </a:xfrm>
      </p:grpSpPr>
      <p:pic>
        <p:nvPicPr>
          <p:cNvPr id="10" name="Bildobjekt 9">
            <a:extLst>
              <a:ext uri="{FF2B5EF4-FFF2-40B4-BE49-F238E27FC236}">
                <a16:creationId xmlns:a16="http://schemas.microsoft.com/office/drawing/2014/main" id="{16A256E0-450C-4F4D-A8C8-5AECFBF87F7E}"/>
              </a:ext>
            </a:extLst>
          </p:cNvPr>
          <p:cNvPicPr>
            <a:picLocks noChangeAspect="1"/>
          </p:cNvPicPr>
          <p:nvPr userDrawn="1"/>
        </p:nvPicPr>
        <p:blipFill rotWithShape="1">
          <a:blip r:embed="rId2"/>
          <a:srcRect l="-4228" r="40067"/>
          <a:stretch/>
        </p:blipFill>
        <p:spPr>
          <a:xfrm>
            <a:off x="5591810" y="-10505"/>
            <a:ext cx="6600190" cy="6858000"/>
          </a:xfrm>
          <a:prstGeom prst="rect">
            <a:avLst/>
          </a:prstGeom>
        </p:spPr>
      </p:pic>
      <p:sp>
        <p:nvSpPr>
          <p:cNvPr id="15" name="Rektangel 14">
            <a:extLst>
              <a:ext uri="{FF2B5EF4-FFF2-40B4-BE49-F238E27FC236}">
                <a16:creationId xmlns:a16="http://schemas.microsoft.com/office/drawing/2014/main" id="{0E9DC48A-A429-D746-92D5-ADF6B4102B38}"/>
              </a:ext>
            </a:extLst>
          </p:cNvPr>
          <p:cNvSpPr/>
          <p:nvPr userDrawn="1"/>
        </p:nvSpPr>
        <p:spPr>
          <a:xfrm>
            <a:off x="5901811" y="-15758"/>
            <a:ext cx="9405304" cy="6868505"/>
          </a:xfrm>
          <a:prstGeom prst="rect">
            <a:avLst/>
          </a:prstGeom>
          <a:gradFill>
            <a:gsLst>
              <a:gs pos="12000">
                <a:schemeClr val="bg1"/>
              </a:gs>
              <a:gs pos="80000">
                <a:schemeClr val="bg1">
                  <a:alpha val="63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16" name="Platshållare för datum 3">
            <a:extLst>
              <a:ext uri="{FF2B5EF4-FFF2-40B4-BE49-F238E27FC236}">
                <a16:creationId xmlns:a16="http://schemas.microsoft.com/office/drawing/2014/main" id="{2116E295-AF41-3246-9B3A-9526B353610A}"/>
              </a:ext>
            </a:extLst>
          </p:cNvPr>
          <p:cNvSpPr>
            <a:spLocks noGrp="1"/>
          </p:cNvSpPr>
          <p:nvPr>
            <p:ph type="dt" sz="half" idx="10"/>
          </p:nvPr>
        </p:nvSpPr>
        <p:spPr>
          <a:xfrm>
            <a:off x="2360564" y="6356352"/>
            <a:ext cx="1509941" cy="365125"/>
          </a:xfrm>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17" name="Platshållare för sidfot 4">
            <a:extLst>
              <a:ext uri="{FF2B5EF4-FFF2-40B4-BE49-F238E27FC236}">
                <a16:creationId xmlns:a16="http://schemas.microsoft.com/office/drawing/2014/main" id="{43CA1DA4-2329-474E-B4CA-E4EEB358688C}"/>
              </a:ext>
            </a:extLst>
          </p:cNvPr>
          <p:cNvSpPr>
            <a:spLocks noGrp="1"/>
          </p:cNvSpPr>
          <p:nvPr>
            <p:ph type="ftr" sz="quarter" idx="11"/>
          </p:nvPr>
        </p:nvSpPr>
        <p:spPr>
          <a:xfrm>
            <a:off x="3954608" y="6356352"/>
            <a:ext cx="5012653" cy="365125"/>
          </a:xfrm>
        </p:spPr>
        <p:txBody>
          <a:bodyPr/>
          <a:lstStyle/>
          <a:p>
            <a:endParaRPr lang="sv-SE">
              <a:solidFill>
                <a:prstClr val="black">
                  <a:tint val="75000"/>
                </a:prstClr>
              </a:solidFill>
            </a:endParaRPr>
          </a:p>
        </p:txBody>
      </p:sp>
      <p:sp>
        <p:nvSpPr>
          <p:cNvPr id="18" name="Platshållare för bildnummer 5">
            <a:extLst>
              <a:ext uri="{FF2B5EF4-FFF2-40B4-BE49-F238E27FC236}">
                <a16:creationId xmlns:a16="http://schemas.microsoft.com/office/drawing/2014/main" id="{F0D02042-85F6-2D47-B04D-0E40E9EFF786}"/>
              </a:ext>
            </a:extLst>
          </p:cNvPr>
          <p:cNvSpPr>
            <a:spLocks noGrp="1"/>
          </p:cNvSpPr>
          <p:nvPr>
            <p:ph type="sldNum" sz="quarter" idx="12"/>
          </p:nvPr>
        </p:nvSpPr>
        <p:spPr>
          <a:xfrm>
            <a:off x="9051364" y="6356352"/>
            <a:ext cx="819741" cy="365125"/>
          </a:xfrm>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9" name="Bildobjekt 18" descr="Sidfot_lång.png">
            <a:extLst>
              <a:ext uri="{FF2B5EF4-FFF2-40B4-BE49-F238E27FC236}">
                <a16:creationId xmlns:a16="http://schemas.microsoft.com/office/drawing/2014/main" id="{5045EBB1-4305-C546-B814-D0CC71D44470}"/>
              </a:ext>
            </a:extLst>
          </p:cNvPr>
          <p:cNvPicPr>
            <a:picLocks noChangeAspect="1"/>
          </p:cNvPicPr>
          <p:nvPr userDrawn="1"/>
        </p:nvPicPr>
        <p:blipFill>
          <a:blip r:embed="rId3"/>
          <a:stretch>
            <a:fillRect/>
          </a:stretch>
        </p:blipFill>
        <p:spPr>
          <a:xfrm>
            <a:off x="1" y="6400083"/>
            <a:ext cx="2133600" cy="321392"/>
          </a:xfrm>
          <a:prstGeom prst="rect">
            <a:avLst/>
          </a:prstGeom>
        </p:spPr>
      </p:pic>
      <p:sp>
        <p:nvSpPr>
          <p:cNvPr id="12" name="Rubrik 1">
            <a:extLst>
              <a:ext uri="{FF2B5EF4-FFF2-40B4-BE49-F238E27FC236}">
                <a16:creationId xmlns:a16="http://schemas.microsoft.com/office/drawing/2014/main" id="{DEE08742-FD15-5441-BFBB-B7CF67DFAF47}"/>
              </a:ext>
            </a:extLst>
          </p:cNvPr>
          <p:cNvSpPr>
            <a:spLocks noGrp="1"/>
          </p:cNvSpPr>
          <p:nvPr>
            <p:ph type="title"/>
          </p:nvPr>
        </p:nvSpPr>
        <p:spPr>
          <a:xfrm>
            <a:off x="609599" y="596348"/>
            <a:ext cx="11158331"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4" name="Platshållare för innehåll 2">
            <a:extLst>
              <a:ext uri="{FF2B5EF4-FFF2-40B4-BE49-F238E27FC236}">
                <a16:creationId xmlns:a16="http://schemas.microsoft.com/office/drawing/2014/main" id="{1336E3BC-86BC-3847-A190-69E37FD6092E}"/>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21" name="Bildobjekt 20" descr="En bild som visar text&#10;&#10;Automatiskt genererad beskrivning">
            <a:extLst>
              <a:ext uri="{FF2B5EF4-FFF2-40B4-BE49-F238E27FC236}">
                <a16:creationId xmlns:a16="http://schemas.microsoft.com/office/drawing/2014/main" id="{5F7897CC-0C06-8B4B-94B4-9C65B8DA237F}"/>
              </a:ext>
            </a:extLst>
          </p:cNvPr>
          <p:cNvPicPr>
            <a:picLocks noChangeAspect="1"/>
          </p:cNvPicPr>
          <p:nvPr userDrawn="1"/>
        </p:nvPicPr>
        <p:blipFill>
          <a:blip r:embed="rId4"/>
          <a:stretch>
            <a:fillRect/>
          </a:stretch>
        </p:blipFill>
        <p:spPr>
          <a:xfrm>
            <a:off x="10098157" y="6087011"/>
            <a:ext cx="1753878" cy="575768"/>
          </a:xfrm>
          <a:prstGeom prst="rect">
            <a:avLst/>
          </a:prstGeom>
        </p:spPr>
      </p:pic>
    </p:spTree>
    <p:extLst>
      <p:ext uri="{BB962C8B-B14F-4D97-AF65-F5344CB8AC3E}">
        <p14:creationId xmlns:p14="http://schemas.microsoft.com/office/powerpoint/2010/main" val="3309650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Rubrikbild - Vit">
    <p:spTree>
      <p:nvGrpSpPr>
        <p:cNvPr id="1" name=""/>
        <p:cNvGrpSpPr/>
        <p:nvPr/>
      </p:nvGrpSpPr>
      <p:grpSpPr>
        <a:xfrm>
          <a:off x="0" y="0"/>
          <a:ext cx="0" cy="0"/>
          <a:chOff x="0" y="0"/>
          <a:chExt cx="0" cy="0"/>
        </a:xfrm>
      </p:grpSpPr>
      <p:pic>
        <p:nvPicPr>
          <p:cNvPr id="10" name="Bildobjekt 9">
            <a:extLst>
              <a:ext uri="{FF2B5EF4-FFF2-40B4-BE49-F238E27FC236}">
                <a16:creationId xmlns:a16="http://schemas.microsoft.com/office/drawing/2014/main" id="{16A256E0-450C-4F4D-A8C8-5AECFBF87F7E}"/>
              </a:ext>
            </a:extLst>
          </p:cNvPr>
          <p:cNvPicPr>
            <a:picLocks noChangeAspect="1"/>
          </p:cNvPicPr>
          <p:nvPr userDrawn="1"/>
        </p:nvPicPr>
        <p:blipFill rotWithShape="1">
          <a:blip r:embed="rId2"/>
          <a:srcRect l="-4228" r="40067"/>
          <a:stretch/>
        </p:blipFill>
        <p:spPr>
          <a:xfrm>
            <a:off x="5591810" y="-10505"/>
            <a:ext cx="6600190" cy="6858000"/>
          </a:xfrm>
          <a:prstGeom prst="rect">
            <a:avLst/>
          </a:prstGeom>
        </p:spPr>
      </p:pic>
      <p:sp>
        <p:nvSpPr>
          <p:cNvPr id="15" name="Rektangel 14">
            <a:extLst>
              <a:ext uri="{FF2B5EF4-FFF2-40B4-BE49-F238E27FC236}">
                <a16:creationId xmlns:a16="http://schemas.microsoft.com/office/drawing/2014/main" id="{0E9DC48A-A429-D746-92D5-ADF6B4102B38}"/>
              </a:ext>
            </a:extLst>
          </p:cNvPr>
          <p:cNvSpPr/>
          <p:nvPr userDrawn="1"/>
        </p:nvSpPr>
        <p:spPr>
          <a:xfrm>
            <a:off x="5901811" y="-15758"/>
            <a:ext cx="9405304" cy="6868505"/>
          </a:xfrm>
          <a:prstGeom prst="rect">
            <a:avLst/>
          </a:prstGeom>
          <a:gradFill>
            <a:gsLst>
              <a:gs pos="12000">
                <a:schemeClr val="bg1"/>
              </a:gs>
              <a:gs pos="80000">
                <a:schemeClr val="bg1">
                  <a:alpha val="63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16" name="Platshållare för datum 3">
            <a:extLst>
              <a:ext uri="{FF2B5EF4-FFF2-40B4-BE49-F238E27FC236}">
                <a16:creationId xmlns:a16="http://schemas.microsoft.com/office/drawing/2014/main" id="{2116E295-AF41-3246-9B3A-9526B353610A}"/>
              </a:ext>
            </a:extLst>
          </p:cNvPr>
          <p:cNvSpPr>
            <a:spLocks noGrp="1"/>
          </p:cNvSpPr>
          <p:nvPr>
            <p:ph type="dt" sz="half" idx="10"/>
          </p:nvPr>
        </p:nvSpPr>
        <p:spPr>
          <a:xfrm>
            <a:off x="2360564" y="6356352"/>
            <a:ext cx="1509941" cy="365125"/>
          </a:xfrm>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17" name="Platshållare för sidfot 4">
            <a:extLst>
              <a:ext uri="{FF2B5EF4-FFF2-40B4-BE49-F238E27FC236}">
                <a16:creationId xmlns:a16="http://schemas.microsoft.com/office/drawing/2014/main" id="{43CA1DA4-2329-474E-B4CA-E4EEB358688C}"/>
              </a:ext>
            </a:extLst>
          </p:cNvPr>
          <p:cNvSpPr>
            <a:spLocks noGrp="1"/>
          </p:cNvSpPr>
          <p:nvPr>
            <p:ph type="ftr" sz="quarter" idx="11"/>
          </p:nvPr>
        </p:nvSpPr>
        <p:spPr>
          <a:xfrm>
            <a:off x="3954608" y="6356352"/>
            <a:ext cx="5012653" cy="365125"/>
          </a:xfrm>
        </p:spPr>
        <p:txBody>
          <a:bodyPr/>
          <a:lstStyle/>
          <a:p>
            <a:endParaRPr lang="sv-SE">
              <a:solidFill>
                <a:prstClr val="black">
                  <a:tint val="75000"/>
                </a:prstClr>
              </a:solidFill>
            </a:endParaRPr>
          </a:p>
        </p:txBody>
      </p:sp>
      <p:sp>
        <p:nvSpPr>
          <p:cNvPr id="18" name="Platshållare för bildnummer 5">
            <a:extLst>
              <a:ext uri="{FF2B5EF4-FFF2-40B4-BE49-F238E27FC236}">
                <a16:creationId xmlns:a16="http://schemas.microsoft.com/office/drawing/2014/main" id="{F0D02042-85F6-2D47-B04D-0E40E9EFF786}"/>
              </a:ext>
            </a:extLst>
          </p:cNvPr>
          <p:cNvSpPr>
            <a:spLocks noGrp="1"/>
          </p:cNvSpPr>
          <p:nvPr>
            <p:ph type="sldNum" sz="quarter" idx="12"/>
          </p:nvPr>
        </p:nvSpPr>
        <p:spPr>
          <a:xfrm>
            <a:off x="9051364" y="6356352"/>
            <a:ext cx="819741" cy="365125"/>
          </a:xfrm>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9" name="Bildobjekt 18" descr="Sidfot_lång.png">
            <a:extLst>
              <a:ext uri="{FF2B5EF4-FFF2-40B4-BE49-F238E27FC236}">
                <a16:creationId xmlns:a16="http://schemas.microsoft.com/office/drawing/2014/main" id="{5045EBB1-4305-C546-B814-D0CC71D44470}"/>
              </a:ext>
            </a:extLst>
          </p:cNvPr>
          <p:cNvPicPr>
            <a:picLocks noChangeAspect="1"/>
          </p:cNvPicPr>
          <p:nvPr userDrawn="1"/>
        </p:nvPicPr>
        <p:blipFill>
          <a:blip r:embed="rId3"/>
          <a:stretch>
            <a:fillRect/>
          </a:stretch>
        </p:blipFill>
        <p:spPr>
          <a:xfrm>
            <a:off x="1" y="6400083"/>
            <a:ext cx="2133600" cy="321392"/>
          </a:xfrm>
          <a:prstGeom prst="rect">
            <a:avLst/>
          </a:prstGeom>
        </p:spPr>
      </p:pic>
      <p:sp>
        <p:nvSpPr>
          <p:cNvPr id="13" name="Rubrik 8">
            <a:extLst>
              <a:ext uri="{FF2B5EF4-FFF2-40B4-BE49-F238E27FC236}">
                <a16:creationId xmlns:a16="http://schemas.microsoft.com/office/drawing/2014/main" id="{3E036DF6-7BB5-3249-BDEE-375246E127C0}"/>
              </a:ext>
            </a:extLst>
          </p:cNvPr>
          <p:cNvSpPr>
            <a:spLocks noGrp="1"/>
          </p:cNvSpPr>
          <p:nvPr>
            <p:ph type="title"/>
          </p:nvPr>
        </p:nvSpPr>
        <p:spPr>
          <a:xfrm>
            <a:off x="609602" y="273600"/>
            <a:ext cx="11158332" cy="1143000"/>
          </a:xfrm>
        </p:spPr>
        <p:txBody>
          <a:bodyPr/>
          <a:lstStyle/>
          <a:p>
            <a:r>
              <a:rPr lang="en-US"/>
              <a:t>Click to edit Master title style</a:t>
            </a:r>
            <a:endParaRPr lang="sv-SE" dirty="0"/>
          </a:p>
        </p:txBody>
      </p:sp>
      <p:sp>
        <p:nvSpPr>
          <p:cNvPr id="14" name="Platshållare för innehåll 2">
            <a:extLst>
              <a:ext uri="{FF2B5EF4-FFF2-40B4-BE49-F238E27FC236}">
                <a16:creationId xmlns:a16="http://schemas.microsoft.com/office/drawing/2014/main" id="{A9BE2B51-3814-9540-9D0C-03C070DFADD9}"/>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2" name="Bildobjekt 11" descr="En bild som visar text&#10;&#10;Automatiskt genererad beskrivning">
            <a:extLst>
              <a:ext uri="{FF2B5EF4-FFF2-40B4-BE49-F238E27FC236}">
                <a16:creationId xmlns:a16="http://schemas.microsoft.com/office/drawing/2014/main" id="{32FF03DE-9A14-8D49-A5A5-AC4E009DD447}"/>
              </a:ext>
            </a:extLst>
          </p:cNvPr>
          <p:cNvPicPr>
            <a:picLocks noChangeAspect="1"/>
          </p:cNvPicPr>
          <p:nvPr userDrawn="1"/>
        </p:nvPicPr>
        <p:blipFill>
          <a:blip r:embed="rId4"/>
          <a:stretch>
            <a:fillRect/>
          </a:stretch>
        </p:blipFill>
        <p:spPr>
          <a:xfrm>
            <a:off x="10098157" y="6087011"/>
            <a:ext cx="1753878" cy="575768"/>
          </a:xfrm>
          <a:prstGeom prst="rect">
            <a:avLst/>
          </a:prstGeom>
        </p:spPr>
      </p:pic>
    </p:spTree>
    <p:extLst>
      <p:ext uri="{BB962C8B-B14F-4D97-AF65-F5344CB8AC3E}">
        <p14:creationId xmlns:p14="http://schemas.microsoft.com/office/powerpoint/2010/main" val="3791817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Rubrikbild - Vit">
    <p:spTree>
      <p:nvGrpSpPr>
        <p:cNvPr id="1" name=""/>
        <p:cNvGrpSpPr/>
        <p:nvPr/>
      </p:nvGrpSpPr>
      <p:grpSpPr>
        <a:xfrm>
          <a:off x="0" y="0"/>
          <a:ext cx="0" cy="0"/>
          <a:chOff x="0" y="0"/>
          <a:chExt cx="0" cy="0"/>
        </a:xfrm>
      </p:grpSpPr>
      <p:pic>
        <p:nvPicPr>
          <p:cNvPr id="9" name="Bildobjekt 8" descr="En bild som visar kopp, glasögon, bord, orange&#10;&#10;Automatiskt genererad beskrivning">
            <a:extLst>
              <a:ext uri="{FF2B5EF4-FFF2-40B4-BE49-F238E27FC236}">
                <a16:creationId xmlns:a16="http://schemas.microsoft.com/office/drawing/2014/main" id="{27CAB7D5-26D9-8342-AB50-F73FA45F032A}"/>
              </a:ext>
            </a:extLst>
          </p:cNvPr>
          <p:cNvPicPr>
            <a:picLocks noChangeAspect="1"/>
          </p:cNvPicPr>
          <p:nvPr userDrawn="1"/>
        </p:nvPicPr>
        <p:blipFill rotWithShape="1">
          <a:blip r:embed="rId2"/>
          <a:srcRect l="17974"/>
          <a:stretch/>
        </p:blipFill>
        <p:spPr>
          <a:xfrm>
            <a:off x="4996543" y="0"/>
            <a:ext cx="7195457" cy="6858000"/>
          </a:xfrm>
          <a:prstGeom prst="rect">
            <a:avLst/>
          </a:prstGeom>
        </p:spPr>
      </p:pic>
      <p:sp>
        <p:nvSpPr>
          <p:cNvPr id="10" name="Rektangel 9">
            <a:extLst>
              <a:ext uri="{FF2B5EF4-FFF2-40B4-BE49-F238E27FC236}">
                <a16:creationId xmlns:a16="http://schemas.microsoft.com/office/drawing/2014/main" id="{187768E0-C9BE-0945-910D-AC61EA4A6BA0}"/>
              </a:ext>
            </a:extLst>
          </p:cNvPr>
          <p:cNvSpPr/>
          <p:nvPr userDrawn="1"/>
        </p:nvSpPr>
        <p:spPr>
          <a:xfrm>
            <a:off x="4711281" y="0"/>
            <a:ext cx="9285534" cy="6858000"/>
          </a:xfrm>
          <a:prstGeom prst="rect">
            <a:avLst/>
          </a:prstGeom>
          <a:gradFill>
            <a:gsLst>
              <a:gs pos="23000">
                <a:schemeClr val="bg1"/>
              </a:gs>
              <a:gs pos="8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15" name="Platshållare för datum 3">
            <a:extLst>
              <a:ext uri="{FF2B5EF4-FFF2-40B4-BE49-F238E27FC236}">
                <a16:creationId xmlns:a16="http://schemas.microsoft.com/office/drawing/2014/main" id="{97F63E15-4BC2-7D4E-8A47-48B77EAF0898}"/>
              </a:ext>
            </a:extLst>
          </p:cNvPr>
          <p:cNvSpPr>
            <a:spLocks noGrp="1"/>
          </p:cNvSpPr>
          <p:nvPr>
            <p:ph type="dt" sz="half" idx="10"/>
          </p:nvPr>
        </p:nvSpPr>
        <p:spPr>
          <a:xfrm>
            <a:off x="2650396" y="6356352"/>
            <a:ext cx="1509941" cy="365125"/>
          </a:xfrm>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16" name="Platshållare för sidfot 4">
            <a:extLst>
              <a:ext uri="{FF2B5EF4-FFF2-40B4-BE49-F238E27FC236}">
                <a16:creationId xmlns:a16="http://schemas.microsoft.com/office/drawing/2014/main" id="{F1A56F6E-4B64-E443-BE9A-4A88612F5B7E}"/>
              </a:ext>
            </a:extLst>
          </p:cNvPr>
          <p:cNvSpPr>
            <a:spLocks noGrp="1"/>
          </p:cNvSpPr>
          <p:nvPr>
            <p:ph type="ftr" sz="quarter" idx="11"/>
          </p:nvPr>
        </p:nvSpPr>
        <p:spPr>
          <a:xfrm>
            <a:off x="4244440" y="6356352"/>
            <a:ext cx="5012653" cy="365125"/>
          </a:xfrm>
        </p:spPr>
        <p:txBody>
          <a:bodyPr/>
          <a:lstStyle/>
          <a:p>
            <a:endParaRPr lang="sv-SE">
              <a:solidFill>
                <a:prstClr val="black">
                  <a:tint val="75000"/>
                </a:prstClr>
              </a:solidFill>
            </a:endParaRPr>
          </a:p>
        </p:txBody>
      </p:sp>
      <p:sp>
        <p:nvSpPr>
          <p:cNvPr id="11" name="Rubrik 1">
            <a:extLst>
              <a:ext uri="{FF2B5EF4-FFF2-40B4-BE49-F238E27FC236}">
                <a16:creationId xmlns:a16="http://schemas.microsoft.com/office/drawing/2014/main" id="{B5FC6DF5-BE4A-0C48-B7AB-3DB27BAFFA81}"/>
              </a:ext>
            </a:extLst>
          </p:cNvPr>
          <p:cNvSpPr>
            <a:spLocks noGrp="1"/>
          </p:cNvSpPr>
          <p:nvPr>
            <p:ph type="title"/>
          </p:nvPr>
        </p:nvSpPr>
        <p:spPr>
          <a:xfrm>
            <a:off x="609599" y="596348"/>
            <a:ext cx="11158331"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2" name="Platshållare för innehåll 2">
            <a:extLst>
              <a:ext uri="{FF2B5EF4-FFF2-40B4-BE49-F238E27FC236}">
                <a16:creationId xmlns:a16="http://schemas.microsoft.com/office/drawing/2014/main" id="{49D301F5-C281-A747-ACF4-726D4CB3C339}"/>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3" name="Bildobjekt 12" descr="HH_ENG_Liggande.png">
            <a:extLst>
              <a:ext uri="{FF2B5EF4-FFF2-40B4-BE49-F238E27FC236}">
                <a16:creationId xmlns:a16="http://schemas.microsoft.com/office/drawing/2014/main" id="{FA01EF26-AE41-E44E-950B-70B8F08ED2F3}"/>
              </a:ext>
            </a:extLst>
          </p:cNvPr>
          <p:cNvPicPr>
            <a:picLocks/>
          </p:cNvPicPr>
          <p:nvPr userDrawn="1"/>
        </p:nvPicPr>
        <p:blipFill>
          <a:blip r:embed="rId3"/>
          <a:stretch>
            <a:fillRect/>
          </a:stretch>
        </p:blipFill>
        <p:spPr>
          <a:xfrm>
            <a:off x="609600" y="6102007"/>
            <a:ext cx="1755534" cy="571969"/>
          </a:xfrm>
          <a:prstGeom prst="rect">
            <a:avLst/>
          </a:prstGeom>
        </p:spPr>
      </p:pic>
    </p:spTree>
    <p:extLst>
      <p:ext uri="{BB962C8B-B14F-4D97-AF65-F5344CB8AC3E}">
        <p14:creationId xmlns:p14="http://schemas.microsoft.com/office/powerpoint/2010/main" val="2403939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5_Rubrikbild - Vit">
    <p:spTree>
      <p:nvGrpSpPr>
        <p:cNvPr id="1" name=""/>
        <p:cNvGrpSpPr/>
        <p:nvPr/>
      </p:nvGrpSpPr>
      <p:grpSpPr>
        <a:xfrm>
          <a:off x="0" y="0"/>
          <a:ext cx="0" cy="0"/>
          <a:chOff x="0" y="0"/>
          <a:chExt cx="0" cy="0"/>
        </a:xfrm>
      </p:grpSpPr>
      <p:pic>
        <p:nvPicPr>
          <p:cNvPr id="9" name="Bildobjekt 8" descr="En bild som visar kopp, glasögon, bord, orange&#10;&#10;Automatiskt genererad beskrivning">
            <a:extLst>
              <a:ext uri="{FF2B5EF4-FFF2-40B4-BE49-F238E27FC236}">
                <a16:creationId xmlns:a16="http://schemas.microsoft.com/office/drawing/2014/main" id="{27CAB7D5-26D9-8342-AB50-F73FA45F032A}"/>
              </a:ext>
            </a:extLst>
          </p:cNvPr>
          <p:cNvPicPr>
            <a:picLocks noChangeAspect="1"/>
          </p:cNvPicPr>
          <p:nvPr userDrawn="1"/>
        </p:nvPicPr>
        <p:blipFill rotWithShape="1">
          <a:blip r:embed="rId2"/>
          <a:srcRect l="17974"/>
          <a:stretch/>
        </p:blipFill>
        <p:spPr>
          <a:xfrm>
            <a:off x="4996543" y="0"/>
            <a:ext cx="7195457" cy="6858000"/>
          </a:xfrm>
          <a:prstGeom prst="rect">
            <a:avLst/>
          </a:prstGeom>
        </p:spPr>
      </p:pic>
      <p:sp>
        <p:nvSpPr>
          <p:cNvPr id="10" name="Rektangel 9">
            <a:extLst>
              <a:ext uri="{FF2B5EF4-FFF2-40B4-BE49-F238E27FC236}">
                <a16:creationId xmlns:a16="http://schemas.microsoft.com/office/drawing/2014/main" id="{187768E0-C9BE-0945-910D-AC61EA4A6BA0}"/>
              </a:ext>
            </a:extLst>
          </p:cNvPr>
          <p:cNvSpPr/>
          <p:nvPr userDrawn="1"/>
        </p:nvSpPr>
        <p:spPr>
          <a:xfrm>
            <a:off x="4711281" y="0"/>
            <a:ext cx="9285534" cy="6858000"/>
          </a:xfrm>
          <a:prstGeom prst="rect">
            <a:avLst/>
          </a:prstGeom>
          <a:gradFill>
            <a:gsLst>
              <a:gs pos="23000">
                <a:schemeClr val="bg1"/>
              </a:gs>
              <a:gs pos="8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15" name="Platshållare för datum 3">
            <a:extLst>
              <a:ext uri="{FF2B5EF4-FFF2-40B4-BE49-F238E27FC236}">
                <a16:creationId xmlns:a16="http://schemas.microsoft.com/office/drawing/2014/main" id="{97F63E15-4BC2-7D4E-8A47-48B77EAF0898}"/>
              </a:ext>
            </a:extLst>
          </p:cNvPr>
          <p:cNvSpPr>
            <a:spLocks noGrp="1"/>
          </p:cNvSpPr>
          <p:nvPr>
            <p:ph type="dt" sz="half" idx="10"/>
          </p:nvPr>
        </p:nvSpPr>
        <p:spPr>
          <a:xfrm>
            <a:off x="2650396" y="6356352"/>
            <a:ext cx="1509941" cy="365125"/>
          </a:xfrm>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16" name="Platshållare för sidfot 4">
            <a:extLst>
              <a:ext uri="{FF2B5EF4-FFF2-40B4-BE49-F238E27FC236}">
                <a16:creationId xmlns:a16="http://schemas.microsoft.com/office/drawing/2014/main" id="{F1A56F6E-4B64-E443-BE9A-4A88612F5B7E}"/>
              </a:ext>
            </a:extLst>
          </p:cNvPr>
          <p:cNvSpPr>
            <a:spLocks noGrp="1"/>
          </p:cNvSpPr>
          <p:nvPr>
            <p:ph type="ftr" sz="quarter" idx="11"/>
          </p:nvPr>
        </p:nvSpPr>
        <p:spPr>
          <a:xfrm>
            <a:off x="4244440" y="6356352"/>
            <a:ext cx="5012653" cy="365125"/>
          </a:xfrm>
        </p:spPr>
        <p:txBody>
          <a:bodyPr/>
          <a:lstStyle/>
          <a:p>
            <a:endParaRPr lang="sv-SE">
              <a:solidFill>
                <a:prstClr val="black">
                  <a:tint val="75000"/>
                </a:prstClr>
              </a:solidFill>
            </a:endParaRPr>
          </a:p>
        </p:txBody>
      </p:sp>
      <p:sp>
        <p:nvSpPr>
          <p:cNvPr id="12" name="Rubrik 8">
            <a:extLst>
              <a:ext uri="{FF2B5EF4-FFF2-40B4-BE49-F238E27FC236}">
                <a16:creationId xmlns:a16="http://schemas.microsoft.com/office/drawing/2014/main" id="{478AFD0E-646F-5841-BD35-13C65051F4A2}"/>
              </a:ext>
            </a:extLst>
          </p:cNvPr>
          <p:cNvSpPr>
            <a:spLocks noGrp="1"/>
          </p:cNvSpPr>
          <p:nvPr>
            <p:ph type="title"/>
          </p:nvPr>
        </p:nvSpPr>
        <p:spPr>
          <a:xfrm>
            <a:off x="609602" y="273600"/>
            <a:ext cx="11158332" cy="1143000"/>
          </a:xfrm>
        </p:spPr>
        <p:txBody>
          <a:bodyPr/>
          <a:lstStyle/>
          <a:p>
            <a:r>
              <a:rPr lang="en-US"/>
              <a:t>Click to edit Master title style</a:t>
            </a:r>
            <a:endParaRPr lang="sv-SE" dirty="0"/>
          </a:p>
        </p:txBody>
      </p:sp>
      <p:sp>
        <p:nvSpPr>
          <p:cNvPr id="13" name="Platshållare för innehåll 2">
            <a:extLst>
              <a:ext uri="{FF2B5EF4-FFF2-40B4-BE49-F238E27FC236}">
                <a16:creationId xmlns:a16="http://schemas.microsoft.com/office/drawing/2014/main" id="{1E511B30-AD30-6144-9CD4-47D35C5519B8}"/>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1" name="Bildobjekt 10" descr="HH_ENG_Liggande.png">
            <a:extLst>
              <a:ext uri="{FF2B5EF4-FFF2-40B4-BE49-F238E27FC236}">
                <a16:creationId xmlns:a16="http://schemas.microsoft.com/office/drawing/2014/main" id="{B3193AD7-1CFD-9D4A-B93A-52C5C53B6DE0}"/>
              </a:ext>
            </a:extLst>
          </p:cNvPr>
          <p:cNvPicPr>
            <a:picLocks/>
          </p:cNvPicPr>
          <p:nvPr userDrawn="1"/>
        </p:nvPicPr>
        <p:blipFill>
          <a:blip r:embed="rId3"/>
          <a:stretch>
            <a:fillRect/>
          </a:stretch>
        </p:blipFill>
        <p:spPr>
          <a:xfrm>
            <a:off x="609600" y="6102007"/>
            <a:ext cx="1755534" cy="571969"/>
          </a:xfrm>
          <a:prstGeom prst="rect">
            <a:avLst/>
          </a:prstGeom>
        </p:spPr>
      </p:pic>
    </p:spTree>
    <p:extLst>
      <p:ext uri="{BB962C8B-B14F-4D97-AF65-F5344CB8AC3E}">
        <p14:creationId xmlns:p14="http://schemas.microsoft.com/office/powerpoint/2010/main" val="668948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Rubrik och innehåll">
    <p:spTree>
      <p:nvGrpSpPr>
        <p:cNvPr id="1" name=""/>
        <p:cNvGrpSpPr/>
        <p:nvPr/>
      </p:nvGrpSpPr>
      <p:grpSpPr>
        <a:xfrm>
          <a:off x="0" y="0"/>
          <a:ext cx="0" cy="0"/>
          <a:chOff x="0" y="0"/>
          <a:chExt cx="0" cy="0"/>
        </a:xfrm>
      </p:grpSpPr>
      <p:pic>
        <p:nvPicPr>
          <p:cNvPr id="14" name="Bildobjekt 13">
            <a:extLst>
              <a:ext uri="{FF2B5EF4-FFF2-40B4-BE49-F238E27FC236}">
                <a16:creationId xmlns:a16="http://schemas.microsoft.com/office/drawing/2014/main" id="{A660A980-5108-9A4B-B20A-A4C84FAE92B0}"/>
              </a:ext>
            </a:extLst>
          </p:cNvPr>
          <p:cNvPicPr>
            <a:picLocks noChangeAspect="1"/>
          </p:cNvPicPr>
          <p:nvPr userDrawn="1"/>
        </p:nvPicPr>
        <p:blipFill rotWithShape="1">
          <a:blip r:embed="rId2"/>
          <a:srcRect r="8967"/>
          <a:stretch/>
        </p:blipFill>
        <p:spPr>
          <a:xfrm>
            <a:off x="266701" y="296572"/>
            <a:ext cx="11650324" cy="5735340"/>
          </a:xfrm>
          <a:prstGeom prst="rect">
            <a:avLst/>
          </a:prstGeom>
        </p:spPr>
      </p:pic>
      <p:sp>
        <p:nvSpPr>
          <p:cNvPr id="10" name="Rektangel 9">
            <a:extLst>
              <a:ext uri="{FF2B5EF4-FFF2-40B4-BE49-F238E27FC236}">
                <a16:creationId xmlns:a16="http://schemas.microsoft.com/office/drawing/2014/main" id="{05FBC07C-B818-8B44-B899-EA4A12935548}"/>
              </a:ext>
            </a:extLst>
          </p:cNvPr>
          <p:cNvSpPr/>
          <p:nvPr userDrawn="1"/>
        </p:nvSpPr>
        <p:spPr>
          <a:xfrm>
            <a:off x="586410" y="576469"/>
            <a:ext cx="11042374" cy="5168347"/>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1" name="Bildobjekt 10" descr="Sidfot_lång.png">
            <a:extLst>
              <a:ext uri="{FF2B5EF4-FFF2-40B4-BE49-F238E27FC236}">
                <a16:creationId xmlns:a16="http://schemas.microsoft.com/office/drawing/2014/main" id="{9FA153C5-0B98-204B-A1AC-E73BA663F942}"/>
              </a:ext>
            </a:extLst>
          </p:cNvPr>
          <p:cNvPicPr>
            <a:picLocks noChangeAspect="1"/>
          </p:cNvPicPr>
          <p:nvPr userDrawn="1"/>
        </p:nvPicPr>
        <p:blipFill>
          <a:blip r:embed="rId3"/>
          <a:stretch>
            <a:fillRect/>
          </a:stretch>
        </p:blipFill>
        <p:spPr>
          <a:xfrm>
            <a:off x="1" y="6400083"/>
            <a:ext cx="2133600" cy="321392"/>
          </a:xfrm>
          <a:prstGeom prst="rect">
            <a:avLst/>
          </a:prstGeom>
        </p:spPr>
      </p:pic>
      <p:sp>
        <p:nvSpPr>
          <p:cNvPr id="13" name="Rubrik 8">
            <a:extLst>
              <a:ext uri="{FF2B5EF4-FFF2-40B4-BE49-F238E27FC236}">
                <a16:creationId xmlns:a16="http://schemas.microsoft.com/office/drawing/2014/main" id="{297D46E4-D4D1-6549-BD70-D553E9D0DAD3}"/>
              </a:ext>
            </a:extLst>
          </p:cNvPr>
          <p:cNvSpPr>
            <a:spLocks noGrp="1"/>
          </p:cNvSpPr>
          <p:nvPr>
            <p:ph type="title"/>
          </p:nvPr>
        </p:nvSpPr>
        <p:spPr>
          <a:xfrm>
            <a:off x="1033668" y="681104"/>
            <a:ext cx="10154479" cy="1143000"/>
          </a:xfrm>
        </p:spPr>
        <p:txBody>
          <a:bodyPr/>
          <a:lstStyle/>
          <a:p>
            <a:r>
              <a:rPr lang="en-US"/>
              <a:t>Click to edit Master title style</a:t>
            </a:r>
            <a:endParaRPr lang="sv-SE" dirty="0"/>
          </a:p>
        </p:txBody>
      </p:sp>
      <p:sp>
        <p:nvSpPr>
          <p:cNvPr id="15" name="Platshållare för innehåll 2">
            <a:extLst>
              <a:ext uri="{FF2B5EF4-FFF2-40B4-BE49-F238E27FC236}">
                <a16:creationId xmlns:a16="http://schemas.microsoft.com/office/drawing/2014/main" id="{4970193D-460A-1A48-8B0B-727BFC15479C}"/>
              </a:ext>
            </a:extLst>
          </p:cNvPr>
          <p:cNvSpPr>
            <a:spLocks noGrp="1"/>
          </p:cNvSpPr>
          <p:nvPr>
            <p:ph idx="1"/>
          </p:nvPr>
        </p:nvSpPr>
        <p:spPr>
          <a:xfrm>
            <a:off x="1003853" y="1756331"/>
            <a:ext cx="10154479" cy="3908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6" name="Bildobjekt 15" descr="HH_ENG_Liggande.png">
            <a:extLst>
              <a:ext uri="{FF2B5EF4-FFF2-40B4-BE49-F238E27FC236}">
                <a16:creationId xmlns:a16="http://schemas.microsoft.com/office/drawing/2014/main" id="{F25BAF3D-46C3-2A47-8962-837E733939CA}"/>
              </a:ext>
            </a:extLst>
          </p:cNvPr>
          <p:cNvPicPr>
            <a:picLocks/>
          </p:cNvPicPr>
          <p:nvPr userDrawn="1"/>
        </p:nvPicPr>
        <p:blipFill>
          <a:blip r:embed="rId4"/>
          <a:stretch>
            <a:fillRect/>
          </a:stretch>
        </p:blipFill>
        <p:spPr>
          <a:xfrm>
            <a:off x="10098706" y="6102008"/>
            <a:ext cx="1721166" cy="560772"/>
          </a:xfrm>
          <a:prstGeom prst="rect">
            <a:avLst/>
          </a:prstGeom>
        </p:spPr>
      </p:pic>
    </p:spTree>
    <p:extLst>
      <p:ext uri="{BB962C8B-B14F-4D97-AF65-F5344CB8AC3E}">
        <p14:creationId xmlns:p14="http://schemas.microsoft.com/office/powerpoint/2010/main" val="3126190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Rubrik och innehåll">
    <p:spTree>
      <p:nvGrpSpPr>
        <p:cNvPr id="1" name=""/>
        <p:cNvGrpSpPr/>
        <p:nvPr/>
      </p:nvGrpSpPr>
      <p:grpSpPr>
        <a:xfrm>
          <a:off x="0" y="0"/>
          <a:ext cx="0" cy="0"/>
          <a:chOff x="0" y="0"/>
          <a:chExt cx="0" cy="0"/>
        </a:xfrm>
      </p:grpSpPr>
      <p:pic>
        <p:nvPicPr>
          <p:cNvPr id="14" name="Bildobjekt 13">
            <a:extLst>
              <a:ext uri="{FF2B5EF4-FFF2-40B4-BE49-F238E27FC236}">
                <a16:creationId xmlns:a16="http://schemas.microsoft.com/office/drawing/2014/main" id="{A660A980-5108-9A4B-B20A-A4C84FAE92B0}"/>
              </a:ext>
            </a:extLst>
          </p:cNvPr>
          <p:cNvPicPr>
            <a:picLocks noChangeAspect="1"/>
          </p:cNvPicPr>
          <p:nvPr userDrawn="1"/>
        </p:nvPicPr>
        <p:blipFill rotWithShape="1">
          <a:blip r:embed="rId2"/>
          <a:srcRect r="8967"/>
          <a:stretch/>
        </p:blipFill>
        <p:spPr>
          <a:xfrm>
            <a:off x="266701" y="296572"/>
            <a:ext cx="11650324" cy="5735340"/>
          </a:xfrm>
          <a:prstGeom prst="rect">
            <a:avLst/>
          </a:prstGeom>
        </p:spPr>
      </p:pic>
      <p:sp>
        <p:nvSpPr>
          <p:cNvPr id="10" name="Rektangel 9">
            <a:extLst>
              <a:ext uri="{FF2B5EF4-FFF2-40B4-BE49-F238E27FC236}">
                <a16:creationId xmlns:a16="http://schemas.microsoft.com/office/drawing/2014/main" id="{05FBC07C-B818-8B44-B899-EA4A12935548}"/>
              </a:ext>
            </a:extLst>
          </p:cNvPr>
          <p:cNvSpPr/>
          <p:nvPr userDrawn="1"/>
        </p:nvSpPr>
        <p:spPr>
          <a:xfrm>
            <a:off x="266701" y="296572"/>
            <a:ext cx="11658598" cy="5735339"/>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1" name="Bildobjekt 10" descr="Sidfot_lång.png">
            <a:extLst>
              <a:ext uri="{FF2B5EF4-FFF2-40B4-BE49-F238E27FC236}">
                <a16:creationId xmlns:a16="http://schemas.microsoft.com/office/drawing/2014/main" id="{9FA153C5-0B98-204B-A1AC-E73BA663F942}"/>
              </a:ext>
            </a:extLst>
          </p:cNvPr>
          <p:cNvPicPr>
            <a:picLocks noChangeAspect="1"/>
          </p:cNvPicPr>
          <p:nvPr userDrawn="1"/>
        </p:nvPicPr>
        <p:blipFill>
          <a:blip r:embed="rId3"/>
          <a:stretch>
            <a:fillRect/>
          </a:stretch>
        </p:blipFill>
        <p:spPr>
          <a:xfrm>
            <a:off x="1" y="6400083"/>
            <a:ext cx="2133600" cy="321392"/>
          </a:xfrm>
          <a:prstGeom prst="rect">
            <a:avLst/>
          </a:prstGeom>
        </p:spPr>
      </p:pic>
      <p:sp>
        <p:nvSpPr>
          <p:cNvPr id="15" name="Rubrik 1">
            <a:extLst>
              <a:ext uri="{FF2B5EF4-FFF2-40B4-BE49-F238E27FC236}">
                <a16:creationId xmlns:a16="http://schemas.microsoft.com/office/drawing/2014/main" id="{1EE96182-BBE7-6D43-B5AA-59193F1E3514}"/>
              </a:ext>
            </a:extLst>
          </p:cNvPr>
          <p:cNvSpPr>
            <a:spLocks noGrp="1"/>
          </p:cNvSpPr>
          <p:nvPr>
            <p:ph type="title"/>
          </p:nvPr>
        </p:nvSpPr>
        <p:spPr>
          <a:xfrm>
            <a:off x="812299" y="705678"/>
            <a:ext cx="10687276"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6" name="Platshållare för innehåll 2">
            <a:extLst>
              <a:ext uri="{FF2B5EF4-FFF2-40B4-BE49-F238E27FC236}">
                <a16:creationId xmlns:a16="http://schemas.microsoft.com/office/drawing/2014/main" id="{08B07053-E366-B247-9C91-9BCA10640E62}"/>
              </a:ext>
            </a:extLst>
          </p:cNvPr>
          <p:cNvSpPr>
            <a:spLocks noGrp="1"/>
          </p:cNvSpPr>
          <p:nvPr>
            <p:ph idx="1"/>
          </p:nvPr>
        </p:nvSpPr>
        <p:spPr>
          <a:xfrm>
            <a:off x="812299" y="1577296"/>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3" name="Bildobjekt 12" descr="HH_ENG_Liggande.png">
            <a:extLst>
              <a:ext uri="{FF2B5EF4-FFF2-40B4-BE49-F238E27FC236}">
                <a16:creationId xmlns:a16="http://schemas.microsoft.com/office/drawing/2014/main" id="{D457FC39-08A6-6C4A-A6D3-5041C69A799F}"/>
              </a:ext>
            </a:extLst>
          </p:cNvPr>
          <p:cNvPicPr>
            <a:picLocks/>
          </p:cNvPicPr>
          <p:nvPr userDrawn="1"/>
        </p:nvPicPr>
        <p:blipFill>
          <a:blip r:embed="rId4"/>
          <a:stretch>
            <a:fillRect/>
          </a:stretch>
        </p:blipFill>
        <p:spPr>
          <a:xfrm>
            <a:off x="10098706" y="6102008"/>
            <a:ext cx="1721166" cy="560772"/>
          </a:xfrm>
          <a:prstGeom prst="rect">
            <a:avLst/>
          </a:prstGeom>
        </p:spPr>
      </p:pic>
    </p:spTree>
    <p:extLst>
      <p:ext uri="{BB962C8B-B14F-4D97-AF65-F5344CB8AC3E}">
        <p14:creationId xmlns:p14="http://schemas.microsoft.com/office/powerpoint/2010/main" val="34856323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3_Rubrikbild">
    <p:spTree>
      <p:nvGrpSpPr>
        <p:cNvPr id="1" name=""/>
        <p:cNvGrpSpPr/>
        <p:nvPr/>
      </p:nvGrpSpPr>
      <p:grpSpPr>
        <a:xfrm>
          <a:off x="0" y="0"/>
          <a:ext cx="0" cy="0"/>
          <a:chOff x="0" y="0"/>
          <a:chExt cx="0" cy="0"/>
        </a:xfrm>
      </p:grpSpPr>
      <p:pic>
        <p:nvPicPr>
          <p:cNvPr id="12" name="Bildobjekt 11" descr="HH_ENG_Liggande.png">
            <a:extLst>
              <a:ext uri="{FF2B5EF4-FFF2-40B4-BE49-F238E27FC236}">
                <a16:creationId xmlns:a16="http://schemas.microsoft.com/office/drawing/2014/main" id="{710AC6F1-66A8-9641-A453-2358B1715F99}"/>
              </a:ext>
            </a:extLst>
          </p:cNvPr>
          <p:cNvPicPr>
            <a:picLocks/>
          </p:cNvPicPr>
          <p:nvPr userDrawn="1"/>
        </p:nvPicPr>
        <p:blipFill>
          <a:blip r:embed="rId2"/>
          <a:stretch>
            <a:fillRect/>
          </a:stretch>
        </p:blipFill>
        <p:spPr>
          <a:xfrm>
            <a:off x="424124" y="273602"/>
            <a:ext cx="2374315" cy="776388"/>
          </a:xfrm>
          <a:prstGeom prst="rect">
            <a:avLst/>
          </a:prstGeom>
        </p:spPr>
      </p:pic>
      <p:sp>
        <p:nvSpPr>
          <p:cNvPr id="2" name="Rubrik 1"/>
          <p:cNvSpPr>
            <a:spLocks noGrp="1"/>
          </p:cNvSpPr>
          <p:nvPr>
            <p:ph type="ctrTitle"/>
          </p:nvPr>
        </p:nvSpPr>
        <p:spPr>
          <a:xfrm>
            <a:off x="914400" y="2279512"/>
            <a:ext cx="10363200" cy="1470025"/>
          </a:xfrm>
        </p:spPr>
        <p:txBody>
          <a:bodyPr/>
          <a:lstStyle>
            <a:lvl1pPr algn="ctr">
              <a:defRPr>
                <a:solidFill>
                  <a:schemeClr val="tx1"/>
                </a:solidFill>
              </a:defRPr>
            </a:lvl1pPr>
          </a:lstStyle>
          <a:p>
            <a:r>
              <a:rPr lang="en-US"/>
              <a:t>Click to edit Master title style</a:t>
            </a:r>
            <a:endParaRPr lang="sv-SE" dirty="0"/>
          </a:p>
        </p:txBody>
      </p:sp>
      <p:sp>
        <p:nvSpPr>
          <p:cNvPr id="3" name="Underrubrik 2"/>
          <p:cNvSpPr>
            <a:spLocks noGrp="1"/>
          </p:cNvSpPr>
          <p:nvPr>
            <p:ph type="subTitle" idx="1"/>
          </p:nvPr>
        </p:nvSpPr>
        <p:spPr>
          <a:xfrm>
            <a:off x="1828800" y="3766932"/>
            <a:ext cx="8534400" cy="1752600"/>
          </a:xfrm>
        </p:spPr>
        <p:txBody>
          <a:bodyPr/>
          <a:lstStyle>
            <a:lvl1pPr marL="0" indent="0" algn="ctr">
              <a:buNone/>
              <a:defRPr>
                <a:solidFill>
                  <a:schemeClr val="tx1"/>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sv-SE" dirty="0"/>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p:cNvPicPr>
            <a:picLocks noChangeAspect="1"/>
          </p:cNvPicPr>
          <p:nvPr userDrawn="1"/>
        </p:nvPicPr>
        <p:blipFill>
          <a:blip r:embed="rId3"/>
          <a:stretch>
            <a:fillRect/>
          </a:stretch>
        </p:blipFill>
        <p:spPr>
          <a:xfrm>
            <a:off x="1" y="6400083"/>
            <a:ext cx="2133600" cy="321392"/>
          </a:xfrm>
          <a:prstGeom prst="rect">
            <a:avLst/>
          </a:prstGeom>
        </p:spPr>
      </p:pic>
    </p:spTree>
    <p:extLst>
      <p:ext uri="{BB962C8B-B14F-4D97-AF65-F5344CB8AC3E}">
        <p14:creationId xmlns:p14="http://schemas.microsoft.com/office/powerpoint/2010/main" val="704690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a:t>Click to edit Master title style</a:t>
            </a:r>
            <a:endParaRPr lang="sv-SE"/>
          </a:p>
        </p:txBody>
      </p:sp>
      <p:sp>
        <p:nvSpPr>
          <p:cNvPr id="3" name="Platshållare för innehåll 2"/>
          <p:cNvSpPr>
            <a:spLocks noGrp="1"/>
          </p:cNvSpPr>
          <p:nvPr>
            <p:ph sz="half" idx="1"/>
          </p:nvPr>
        </p:nvSpPr>
        <p:spPr>
          <a:xfrm>
            <a:off x="609600" y="1602000"/>
            <a:ext cx="5472000" cy="4525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innehåll 3"/>
          <p:cNvSpPr>
            <a:spLocks noGrp="1"/>
          </p:cNvSpPr>
          <p:nvPr>
            <p:ph sz="half" idx="2"/>
          </p:nvPr>
        </p:nvSpPr>
        <p:spPr>
          <a:xfrm>
            <a:off x="6287080" y="1602000"/>
            <a:ext cx="5472000" cy="4525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6" name="Platshållare för sidfot 5"/>
          <p:cNvSpPr>
            <a:spLocks noGrp="1"/>
          </p:cNvSpPr>
          <p:nvPr>
            <p:ph type="ftr" sz="quarter" idx="11"/>
          </p:nvPr>
        </p:nvSpPr>
        <p:spPr/>
        <p:txBody>
          <a:bodyPr/>
          <a:lstStyle/>
          <a:p>
            <a:endParaRPr lang="sv-SE">
              <a:solidFill>
                <a:prstClr val="black">
                  <a:tint val="75000"/>
                </a:prstClr>
              </a:solidFill>
            </a:endParaRPr>
          </a:p>
        </p:txBody>
      </p:sp>
      <p:sp>
        <p:nvSpPr>
          <p:cNvPr id="7" name="Platshållare för bildnummer 6"/>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8" name="Bildobjekt 7" descr="Sidfot_lång.png">
            <a:extLst>
              <a:ext uri="{FF2B5EF4-FFF2-40B4-BE49-F238E27FC236}">
                <a16:creationId xmlns:a16="http://schemas.microsoft.com/office/drawing/2014/main" id="{D4C2690C-1246-2449-BDF8-AB7FBF674BC1}"/>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10" name="Bildobjekt 9" descr="HH_ENG_Liggande.png">
            <a:extLst>
              <a:ext uri="{FF2B5EF4-FFF2-40B4-BE49-F238E27FC236}">
                <a16:creationId xmlns:a16="http://schemas.microsoft.com/office/drawing/2014/main" id="{BB7799AD-A558-104F-B91C-44EF67011F21}"/>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663908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609603" y="273600"/>
            <a:ext cx="11158332" cy="1143000"/>
          </a:xfrm>
        </p:spPr>
        <p:txBody>
          <a:bodyPr/>
          <a:lstStyle>
            <a:lvl1pPr>
              <a:defRPr/>
            </a:lvl1pPr>
          </a:lstStyle>
          <a:p>
            <a:r>
              <a:rPr lang="en-US"/>
              <a:t>Click to edit Master title style</a:t>
            </a:r>
            <a:endParaRPr lang="sv-SE" dirty="0"/>
          </a:p>
        </p:txBody>
      </p:sp>
      <p:sp>
        <p:nvSpPr>
          <p:cNvPr id="3" name="Platshållare för text 2"/>
          <p:cNvSpPr>
            <a:spLocks noGrp="1"/>
          </p:cNvSpPr>
          <p:nvPr>
            <p:ph type="body" idx="1"/>
          </p:nvPr>
        </p:nvSpPr>
        <p:spPr>
          <a:xfrm>
            <a:off x="609600" y="1485143"/>
            <a:ext cx="5472000" cy="531604"/>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Platshållare för innehåll 3"/>
          <p:cNvSpPr>
            <a:spLocks noGrp="1"/>
          </p:cNvSpPr>
          <p:nvPr>
            <p:ph sz="half" idx="2"/>
          </p:nvPr>
        </p:nvSpPr>
        <p:spPr>
          <a:xfrm>
            <a:off x="609600" y="2084400"/>
            <a:ext cx="5472000" cy="40186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p:cNvSpPr>
            <a:spLocks noGrp="1"/>
          </p:cNvSpPr>
          <p:nvPr>
            <p:ph type="body" sz="quarter" idx="3"/>
          </p:nvPr>
        </p:nvSpPr>
        <p:spPr>
          <a:xfrm>
            <a:off x="6278429" y="1485143"/>
            <a:ext cx="5472000" cy="531604"/>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Platshållare för innehåll 5"/>
          <p:cNvSpPr>
            <a:spLocks noGrp="1"/>
          </p:cNvSpPr>
          <p:nvPr>
            <p:ph sz="quarter" idx="4"/>
          </p:nvPr>
        </p:nvSpPr>
        <p:spPr>
          <a:xfrm>
            <a:off x="6278429" y="2084400"/>
            <a:ext cx="5472000" cy="40186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Platshållare för datum 6"/>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8" name="Platshållare för sidfot 7"/>
          <p:cNvSpPr>
            <a:spLocks noGrp="1"/>
          </p:cNvSpPr>
          <p:nvPr>
            <p:ph type="ftr" sz="quarter" idx="11"/>
          </p:nvPr>
        </p:nvSpPr>
        <p:spPr/>
        <p:txBody>
          <a:bodyPr/>
          <a:lstStyle/>
          <a:p>
            <a:endParaRPr lang="sv-SE">
              <a:solidFill>
                <a:prstClr val="black">
                  <a:tint val="75000"/>
                </a:prstClr>
              </a:solidFill>
            </a:endParaRPr>
          </a:p>
        </p:txBody>
      </p:sp>
      <p:sp>
        <p:nvSpPr>
          <p:cNvPr id="9" name="Platshållare för bildnummer 8"/>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a:extLst>
              <a:ext uri="{FF2B5EF4-FFF2-40B4-BE49-F238E27FC236}">
                <a16:creationId xmlns:a16="http://schemas.microsoft.com/office/drawing/2014/main" id="{06DA8989-C36E-6845-B1C9-360D3BA87492}"/>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12" name="Bildobjekt 11" descr="HH_ENG_Liggande.png">
            <a:extLst>
              <a:ext uri="{FF2B5EF4-FFF2-40B4-BE49-F238E27FC236}">
                <a16:creationId xmlns:a16="http://schemas.microsoft.com/office/drawing/2014/main" id="{857E7055-782D-0B4F-8CBA-DBC5F6A2F295}"/>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11421758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a:t>Click to edit Master title style</a:t>
            </a:r>
            <a:endParaRPr lang="sv-SE" dirty="0"/>
          </a:p>
        </p:txBody>
      </p:sp>
      <p:sp>
        <p:nvSpPr>
          <p:cNvPr id="3" name="Platshållare för datum 2"/>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4" name="Platshållare för sidfot 3"/>
          <p:cNvSpPr>
            <a:spLocks noGrp="1"/>
          </p:cNvSpPr>
          <p:nvPr>
            <p:ph type="ftr" sz="quarter" idx="11"/>
          </p:nvPr>
        </p:nvSpPr>
        <p:spPr/>
        <p:txBody>
          <a:bodyPr/>
          <a:lstStyle/>
          <a:p>
            <a:endParaRPr lang="sv-SE">
              <a:solidFill>
                <a:prstClr val="black">
                  <a:tint val="75000"/>
                </a:prstClr>
              </a:solidFill>
            </a:endParaRPr>
          </a:p>
        </p:txBody>
      </p:sp>
      <p:sp>
        <p:nvSpPr>
          <p:cNvPr id="5" name="Platshållare för bildnummer 4"/>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6" name="Bildobjekt 5" descr="Sidfot_lång.png">
            <a:extLst>
              <a:ext uri="{FF2B5EF4-FFF2-40B4-BE49-F238E27FC236}">
                <a16:creationId xmlns:a16="http://schemas.microsoft.com/office/drawing/2014/main" id="{2A87E44A-B361-2C4C-816F-32B1CE0FCE94}"/>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8" name="Bildobjekt 7" descr="HH_ENG_Liggande.png">
            <a:extLst>
              <a:ext uri="{FF2B5EF4-FFF2-40B4-BE49-F238E27FC236}">
                <a16:creationId xmlns:a16="http://schemas.microsoft.com/office/drawing/2014/main" id="{F3AA6653-3996-4146-8707-B3BC702FC297}"/>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18912209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nehåll med bildtext">
    <p:spTree>
      <p:nvGrpSpPr>
        <p:cNvPr id="1" name=""/>
        <p:cNvGrpSpPr/>
        <p:nvPr/>
      </p:nvGrpSpPr>
      <p:grpSpPr>
        <a:xfrm>
          <a:off x="0" y="0"/>
          <a:ext cx="0" cy="0"/>
          <a:chOff x="0" y="0"/>
          <a:chExt cx="0" cy="0"/>
        </a:xfrm>
      </p:grpSpPr>
      <p:sp>
        <p:nvSpPr>
          <p:cNvPr id="5" name="Platshållare för datum 4"/>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6" name="Platshållare för sidfot 5"/>
          <p:cNvSpPr>
            <a:spLocks noGrp="1"/>
          </p:cNvSpPr>
          <p:nvPr>
            <p:ph type="ftr" sz="quarter" idx="11"/>
          </p:nvPr>
        </p:nvSpPr>
        <p:spPr/>
        <p:txBody>
          <a:bodyPr/>
          <a:lstStyle/>
          <a:p>
            <a:endParaRPr lang="sv-SE">
              <a:solidFill>
                <a:prstClr val="black">
                  <a:tint val="75000"/>
                </a:prstClr>
              </a:solidFill>
            </a:endParaRPr>
          </a:p>
        </p:txBody>
      </p:sp>
      <p:sp>
        <p:nvSpPr>
          <p:cNvPr id="7" name="Platshållare för bildnummer 6"/>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8" name="Bildobjekt 7" descr="Sidfot_lång.png">
            <a:extLst>
              <a:ext uri="{FF2B5EF4-FFF2-40B4-BE49-F238E27FC236}">
                <a16:creationId xmlns:a16="http://schemas.microsoft.com/office/drawing/2014/main" id="{22ABF059-D756-4040-9440-F943FF6B3C5B}"/>
              </a:ext>
            </a:extLst>
          </p:cNvPr>
          <p:cNvPicPr>
            <a:picLocks noChangeAspect="1"/>
          </p:cNvPicPr>
          <p:nvPr userDrawn="1"/>
        </p:nvPicPr>
        <p:blipFill>
          <a:blip r:embed="rId2"/>
          <a:stretch>
            <a:fillRect/>
          </a:stretch>
        </p:blipFill>
        <p:spPr>
          <a:xfrm>
            <a:off x="1" y="6400083"/>
            <a:ext cx="2133600" cy="321392"/>
          </a:xfrm>
          <a:prstGeom prst="rect">
            <a:avLst/>
          </a:prstGeom>
        </p:spPr>
      </p:pic>
      <p:sp>
        <p:nvSpPr>
          <p:cNvPr id="13" name="Rubrik 1">
            <a:extLst>
              <a:ext uri="{FF2B5EF4-FFF2-40B4-BE49-F238E27FC236}">
                <a16:creationId xmlns:a16="http://schemas.microsoft.com/office/drawing/2014/main" id="{78EC3300-DAA3-9F48-8A46-CCFBC1589F90}"/>
              </a:ext>
            </a:extLst>
          </p:cNvPr>
          <p:cNvSpPr>
            <a:spLocks noGrp="1"/>
          </p:cNvSpPr>
          <p:nvPr>
            <p:ph type="title"/>
          </p:nvPr>
        </p:nvSpPr>
        <p:spPr>
          <a:xfrm>
            <a:off x="609603" y="273050"/>
            <a:ext cx="4011084" cy="1162051"/>
          </a:xfrm>
        </p:spPr>
        <p:txBody>
          <a:bodyPr anchor="b"/>
          <a:lstStyle>
            <a:lvl1pPr algn="l">
              <a:defRPr sz="1500" b="1"/>
            </a:lvl1pPr>
          </a:lstStyle>
          <a:p>
            <a:r>
              <a:rPr lang="en-US"/>
              <a:t>Click to edit Master title style</a:t>
            </a:r>
            <a:endParaRPr lang="sv-SE"/>
          </a:p>
        </p:txBody>
      </p:sp>
      <p:sp>
        <p:nvSpPr>
          <p:cNvPr id="14" name="Platshållare för text 3">
            <a:extLst>
              <a:ext uri="{FF2B5EF4-FFF2-40B4-BE49-F238E27FC236}">
                <a16:creationId xmlns:a16="http://schemas.microsoft.com/office/drawing/2014/main" id="{FB406B51-0F0A-CE4F-9A56-84E9E8BF6024}"/>
              </a:ext>
            </a:extLst>
          </p:cNvPr>
          <p:cNvSpPr>
            <a:spLocks noGrp="1"/>
          </p:cNvSpPr>
          <p:nvPr>
            <p:ph type="body" sz="half" idx="2"/>
          </p:nvPr>
        </p:nvSpPr>
        <p:spPr>
          <a:xfrm>
            <a:off x="609603"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5" name="Platshållare för innehåll 2">
            <a:extLst>
              <a:ext uri="{FF2B5EF4-FFF2-40B4-BE49-F238E27FC236}">
                <a16:creationId xmlns:a16="http://schemas.microsoft.com/office/drawing/2014/main" id="{4A3DF883-CFDE-9344-B663-63A8D06AE3F6}"/>
              </a:ext>
            </a:extLst>
          </p:cNvPr>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0" name="Bildobjekt 9" descr="HH_ENG_Liggande.png">
            <a:extLst>
              <a:ext uri="{FF2B5EF4-FFF2-40B4-BE49-F238E27FC236}">
                <a16:creationId xmlns:a16="http://schemas.microsoft.com/office/drawing/2014/main" id="{F352C259-B7FD-6046-9419-691CCAF005F3}"/>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567652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2389717" y="4800601"/>
            <a:ext cx="7315200" cy="566739"/>
          </a:xfrm>
        </p:spPr>
        <p:txBody>
          <a:bodyPr anchor="b"/>
          <a:lstStyle>
            <a:lvl1pPr algn="l">
              <a:defRPr sz="1500" b="1"/>
            </a:lvl1pPr>
          </a:lstStyle>
          <a:p>
            <a:r>
              <a:rPr lang="en-US"/>
              <a:t>Click to edit Master title style</a:t>
            </a:r>
            <a:endParaRPr lang="sv-SE"/>
          </a:p>
        </p:txBody>
      </p:sp>
      <p:sp>
        <p:nvSpPr>
          <p:cNvPr id="3" name="Platshållare för bild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sv-SE"/>
          </a:p>
        </p:txBody>
      </p:sp>
      <p:sp>
        <p:nvSpPr>
          <p:cNvPr id="4" name="Platshållare för text 3"/>
          <p:cNvSpPr>
            <a:spLocks noGrp="1"/>
          </p:cNvSpPr>
          <p:nvPr>
            <p:ph type="body" sz="half" idx="2"/>
          </p:nvPr>
        </p:nvSpPr>
        <p:spPr>
          <a:xfrm>
            <a:off x="2389717" y="5367339"/>
            <a:ext cx="73152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Platshållare för datum 4"/>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6" name="Platshållare för sidfot 5"/>
          <p:cNvSpPr>
            <a:spLocks noGrp="1"/>
          </p:cNvSpPr>
          <p:nvPr>
            <p:ph type="ftr" sz="quarter" idx="11"/>
          </p:nvPr>
        </p:nvSpPr>
        <p:spPr/>
        <p:txBody>
          <a:bodyPr/>
          <a:lstStyle/>
          <a:p>
            <a:endParaRPr lang="sv-SE">
              <a:solidFill>
                <a:prstClr val="black">
                  <a:tint val="75000"/>
                </a:prstClr>
              </a:solidFill>
            </a:endParaRPr>
          </a:p>
        </p:txBody>
      </p:sp>
      <p:sp>
        <p:nvSpPr>
          <p:cNvPr id="7" name="Platshållare för bildnummer 6"/>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8" name="Bildobjekt 7" descr="Sidfot_lång.png">
            <a:extLst>
              <a:ext uri="{FF2B5EF4-FFF2-40B4-BE49-F238E27FC236}">
                <a16:creationId xmlns:a16="http://schemas.microsoft.com/office/drawing/2014/main" id="{16DA3CBE-E640-3C49-A667-37AC20FFCA66}"/>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10" name="Bildobjekt 9" descr="HH_ENG_Liggande.png">
            <a:extLst>
              <a:ext uri="{FF2B5EF4-FFF2-40B4-BE49-F238E27FC236}">
                <a16:creationId xmlns:a16="http://schemas.microsoft.com/office/drawing/2014/main" id="{A32BEA9A-EBA5-584D-B07D-EE7621599C22}"/>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10337600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a:t>Click to edit Master title style</a:t>
            </a:r>
            <a:endParaRPr lang="sv-SE"/>
          </a:p>
        </p:txBody>
      </p:sp>
      <p:sp>
        <p:nvSpPr>
          <p:cNvPr id="3" name="Platshållare för lodrät text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7" name="Bildobjekt 6" descr="Sidfot_lång.png">
            <a:extLst>
              <a:ext uri="{FF2B5EF4-FFF2-40B4-BE49-F238E27FC236}">
                <a16:creationId xmlns:a16="http://schemas.microsoft.com/office/drawing/2014/main" id="{66F11CFA-813A-AD4F-829E-F1E9AE55545E}"/>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9" name="Bildobjekt 8" descr="HH_ENG_Liggande.png">
            <a:extLst>
              <a:ext uri="{FF2B5EF4-FFF2-40B4-BE49-F238E27FC236}">
                <a16:creationId xmlns:a16="http://schemas.microsoft.com/office/drawing/2014/main" id="{89972276-0BC2-F54D-AD55-890C057E3C12}"/>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37461767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8839200" y="274640"/>
            <a:ext cx="2743200" cy="5851525"/>
          </a:xfrm>
        </p:spPr>
        <p:txBody>
          <a:bodyPr vert="eaVert"/>
          <a:lstStyle/>
          <a:p>
            <a:r>
              <a:rPr lang="en-US"/>
              <a:t>Click to edit Master title style</a:t>
            </a:r>
            <a:endParaRPr lang="sv-SE"/>
          </a:p>
        </p:txBody>
      </p:sp>
      <p:sp>
        <p:nvSpPr>
          <p:cNvPr id="3" name="Platshållare för lodrät text 2"/>
          <p:cNvSpPr>
            <a:spLocks noGrp="1"/>
          </p:cNvSpPr>
          <p:nvPr>
            <p:ph type="body" orient="vert" idx="1"/>
          </p:nvPr>
        </p:nvSpPr>
        <p:spPr>
          <a:xfrm>
            <a:off x="609600" y="274640"/>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7" name="Bildobjekt 6" descr="Sidfot_lång.png">
            <a:extLst>
              <a:ext uri="{FF2B5EF4-FFF2-40B4-BE49-F238E27FC236}">
                <a16:creationId xmlns:a16="http://schemas.microsoft.com/office/drawing/2014/main" id="{8D0F4C95-9AB5-5643-A62F-7ACDB8CBDD5B}"/>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9" name="Bildobjekt 8" descr="HH_ENG_Liggande.png">
            <a:extLst>
              <a:ext uri="{FF2B5EF4-FFF2-40B4-BE49-F238E27FC236}">
                <a16:creationId xmlns:a16="http://schemas.microsoft.com/office/drawing/2014/main" id="{26A6922D-9F0E-854F-B8AE-B398030E33FD}"/>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2650551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609602" y="273600"/>
            <a:ext cx="11158332" cy="1143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609600" y="1602000"/>
            <a:ext cx="11158331" cy="4525200"/>
          </a:xfrm>
          <a:prstGeom prst="rect">
            <a:avLst/>
          </a:prstGeom>
        </p:spPr>
        <p:txBody>
          <a:bodyPr vert="horz" lIns="91440" tIns="45720" rIns="91440" bIns="45720" rtlCol="0">
            <a:norm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p:cNvSpPr>
            <a:spLocks noGrp="1"/>
          </p:cNvSpPr>
          <p:nvPr>
            <p:ph type="dt" sz="half" idx="2"/>
          </p:nvPr>
        </p:nvSpPr>
        <p:spPr>
          <a:xfrm>
            <a:off x="2291094" y="6356352"/>
            <a:ext cx="1509941" cy="365125"/>
          </a:xfrm>
          <a:prstGeom prst="rect">
            <a:avLst/>
          </a:prstGeom>
        </p:spPr>
        <p:txBody>
          <a:bodyPr vert="horz" lIns="91440" tIns="45720" rIns="91440" bIns="45720" rtlCol="0" anchor="ctr"/>
          <a:lstStyle>
            <a:lvl1pPr algn="l">
              <a:defRPr sz="900">
                <a:solidFill>
                  <a:schemeClr val="tx1">
                    <a:tint val="75000"/>
                  </a:schemeClr>
                </a:solidFill>
                <a:latin typeface="Gill Sans Std Light" pitchFamily="34" charset="0"/>
              </a:defRPr>
            </a:lvl1pPr>
          </a:lstStyle>
          <a:p>
            <a:fld id="{E77EB496-ABEF-44ED-A2F0-F0CF274C688E}" type="datetimeFigureOut">
              <a:rPr lang="sv-SE" smtClean="0">
                <a:solidFill>
                  <a:prstClr val="black">
                    <a:tint val="75000"/>
                  </a:prstClr>
                </a:solidFill>
              </a:rPr>
              <a:pPr/>
              <a:t>2026-02-08</a:t>
            </a:fld>
            <a:endParaRPr lang="sv-SE">
              <a:solidFill>
                <a:prstClr val="black">
                  <a:tint val="75000"/>
                </a:prstClr>
              </a:solidFill>
            </a:endParaRPr>
          </a:p>
        </p:txBody>
      </p:sp>
      <p:sp>
        <p:nvSpPr>
          <p:cNvPr id="5" name="Platshållare för sidfot 4"/>
          <p:cNvSpPr>
            <a:spLocks noGrp="1"/>
          </p:cNvSpPr>
          <p:nvPr>
            <p:ph type="ftr" sz="quarter" idx="3"/>
          </p:nvPr>
        </p:nvSpPr>
        <p:spPr>
          <a:xfrm>
            <a:off x="3885138" y="6356352"/>
            <a:ext cx="5012653" cy="365125"/>
          </a:xfrm>
          <a:prstGeom prst="rect">
            <a:avLst/>
          </a:prstGeom>
        </p:spPr>
        <p:txBody>
          <a:bodyPr vert="horz" lIns="91440" tIns="45720" rIns="91440" bIns="45720" rtlCol="0" anchor="ctr"/>
          <a:lstStyle>
            <a:lvl1pPr algn="ctr">
              <a:defRPr sz="900">
                <a:solidFill>
                  <a:schemeClr val="tx1">
                    <a:tint val="75000"/>
                  </a:schemeClr>
                </a:solidFill>
                <a:latin typeface="Gill Sans Std Light" pitchFamily="34" charset="0"/>
              </a:defRPr>
            </a:lvl1pPr>
          </a:lstStyle>
          <a:p>
            <a:endParaRPr lang="sv-SE" dirty="0">
              <a:solidFill>
                <a:prstClr val="black">
                  <a:tint val="75000"/>
                </a:prstClr>
              </a:solidFill>
            </a:endParaRPr>
          </a:p>
        </p:txBody>
      </p:sp>
      <p:sp>
        <p:nvSpPr>
          <p:cNvPr id="6" name="Platshållare för bildnummer 5"/>
          <p:cNvSpPr>
            <a:spLocks noGrp="1"/>
          </p:cNvSpPr>
          <p:nvPr>
            <p:ph type="sldNum" sz="quarter" idx="4"/>
          </p:nvPr>
        </p:nvSpPr>
        <p:spPr>
          <a:xfrm>
            <a:off x="8981894" y="6356352"/>
            <a:ext cx="819741" cy="365125"/>
          </a:xfrm>
          <a:prstGeom prst="rect">
            <a:avLst/>
          </a:prstGeom>
        </p:spPr>
        <p:txBody>
          <a:bodyPr vert="horz" lIns="91440" tIns="45720" rIns="91440" bIns="45720" rtlCol="0" anchor="ctr"/>
          <a:lstStyle>
            <a:lvl1pPr algn="r">
              <a:defRPr sz="900">
                <a:solidFill>
                  <a:schemeClr val="tx1">
                    <a:tint val="75000"/>
                  </a:schemeClr>
                </a:solidFill>
                <a:latin typeface="Gill Sans Std Light" pitchFamily="34" charset="0"/>
              </a:defRPr>
            </a:lvl1p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spTree>
    <p:extLst>
      <p:ext uri="{BB962C8B-B14F-4D97-AF65-F5344CB8AC3E}">
        <p14:creationId xmlns:p14="http://schemas.microsoft.com/office/powerpoint/2010/main" val="282538794"/>
      </p:ext>
    </p:extLst>
  </p:cSld>
  <p:clrMap bg1="lt1" tx1="dk1" bg2="lt2" tx2="dk2" accent1="accent1" accent2="accent2" accent3="accent3" accent4="accent4" accent5="accent5" accent6="accent6" hlink="hlink" folHlink="folHlink"/>
  <p:sldLayoutIdLst>
    <p:sldLayoutId id="2147483674" r:id="rId1"/>
    <p:sldLayoutId id="2147483695" r:id="rId2"/>
    <p:sldLayoutId id="2147483696" r:id="rId3"/>
    <p:sldLayoutId id="2147483675" r:id="rId4"/>
    <p:sldLayoutId id="2147483676" r:id="rId5"/>
    <p:sldLayoutId id="2147483677" r:id="rId6"/>
    <p:sldLayoutId id="2147483678" r:id="rId7"/>
    <p:sldLayoutId id="2147483681" r:id="rId8"/>
    <p:sldLayoutId id="2147483682" r:id="rId9"/>
    <p:sldLayoutId id="2147483683" r:id="rId10"/>
    <p:sldLayoutId id="2147483684" r:id="rId11"/>
    <p:sldLayoutId id="2147483685" r:id="rId12"/>
    <p:sldLayoutId id="2147483686" r:id="rId13"/>
    <p:sldLayoutId id="2147483697" r:id="rId14"/>
    <p:sldLayoutId id="2147483688" r:id="rId15"/>
    <p:sldLayoutId id="2147483689" r:id="rId16"/>
    <p:sldLayoutId id="2147483690" r:id="rId17"/>
    <p:sldLayoutId id="2147483691" r:id="rId18"/>
    <p:sldLayoutId id="2147483692" r:id="rId19"/>
    <p:sldLayoutId id="2147483693" r:id="rId20"/>
    <p:sldLayoutId id="2147483694" r:id="rId21"/>
  </p:sldLayoutIdLst>
  <p:txStyles>
    <p:titleStyle>
      <a:lvl1pPr algn="l"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j-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j-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j-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j-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j-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sv-S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caisr-hh/handson_mlflow_optuna.git" TargetMode="External"/><Relationship Id="rId2" Type="http://schemas.openxmlformats.org/officeDocument/2006/relationships/hyperlink" Target="https://github.com/caisr-hh/handson_mlflow_optuna"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127.0.0.1:8080/"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127.0.0.1:5000/"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127.0.0.1:5000/"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B622E32F-5A99-4EC8-8CE9-5F26A03EDE54}"/>
              </a:ext>
            </a:extLst>
          </p:cNvPr>
          <p:cNvSpPr>
            <a:spLocks noGrp="1"/>
          </p:cNvSpPr>
          <p:nvPr>
            <p:ph type="ctrTitle"/>
          </p:nvPr>
        </p:nvSpPr>
        <p:spPr/>
        <p:txBody>
          <a:bodyPr/>
          <a:lstStyle/>
          <a:p>
            <a:r>
              <a:rPr lang="en-GB" noProof="0" dirty="0"/>
              <a:t>Hands on session</a:t>
            </a:r>
          </a:p>
        </p:txBody>
      </p:sp>
      <p:sp>
        <p:nvSpPr>
          <p:cNvPr id="27" name="Subtitle 2">
            <a:extLst>
              <a:ext uri="{FF2B5EF4-FFF2-40B4-BE49-F238E27FC236}">
                <a16:creationId xmlns:a16="http://schemas.microsoft.com/office/drawing/2014/main" id="{DC78A997-C450-4677-9527-A12A7477B32C}"/>
              </a:ext>
            </a:extLst>
          </p:cNvPr>
          <p:cNvSpPr>
            <a:spLocks noGrp="1"/>
          </p:cNvSpPr>
          <p:nvPr>
            <p:ph type="subTitle" idx="1"/>
          </p:nvPr>
        </p:nvSpPr>
        <p:spPr/>
        <p:txBody>
          <a:bodyPr/>
          <a:lstStyle/>
          <a:p>
            <a:r>
              <a:rPr lang="en-GB" noProof="0" dirty="0"/>
              <a:t>Exploring </a:t>
            </a:r>
            <a:r>
              <a:rPr lang="en-GB" noProof="0" dirty="0" err="1"/>
              <a:t>MlFlow</a:t>
            </a:r>
            <a:r>
              <a:rPr lang="en-GB" noProof="0" dirty="0"/>
              <a:t> and </a:t>
            </a:r>
            <a:r>
              <a:rPr lang="en-GB" noProof="0" dirty="0" err="1"/>
              <a:t>Optuna</a:t>
            </a:r>
            <a:r>
              <a:rPr lang="en-GB" noProof="0" dirty="0"/>
              <a:t> in a simple ML-pipeline</a:t>
            </a:r>
          </a:p>
        </p:txBody>
      </p:sp>
    </p:spTree>
    <p:extLst>
      <p:ext uri="{BB962C8B-B14F-4D97-AF65-F5344CB8AC3E}">
        <p14:creationId xmlns:p14="http://schemas.microsoft.com/office/powerpoint/2010/main" val="41916557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01A1A-2D5C-5735-40C7-F613A2E482D6}"/>
              </a:ext>
            </a:extLst>
          </p:cNvPr>
          <p:cNvSpPr>
            <a:spLocks noGrp="1"/>
          </p:cNvSpPr>
          <p:nvPr>
            <p:ph type="title"/>
          </p:nvPr>
        </p:nvSpPr>
        <p:spPr/>
        <p:txBody>
          <a:bodyPr/>
          <a:lstStyle/>
          <a:p>
            <a:r>
              <a:rPr lang="en-GB" noProof="0" dirty="0"/>
              <a:t>Resources</a:t>
            </a:r>
          </a:p>
        </p:txBody>
      </p:sp>
      <p:sp>
        <p:nvSpPr>
          <p:cNvPr id="3" name="Content Placeholder 2">
            <a:extLst>
              <a:ext uri="{FF2B5EF4-FFF2-40B4-BE49-F238E27FC236}">
                <a16:creationId xmlns:a16="http://schemas.microsoft.com/office/drawing/2014/main" id="{48E4119B-2031-50FE-1D9C-239058064C61}"/>
              </a:ext>
            </a:extLst>
          </p:cNvPr>
          <p:cNvSpPr>
            <a:spLocks noGrp="1"/>
          </p:cNvSpPr>
          <p:nvPr>
            <p:ph idx="1"/>
          </p:nvPr>
        </p:nvSpPr>
        <p:spPr/>
        <p:txBody>
          <a:bodyPr>
            <a:normAutofit fontScale="92500" lnSpcReduction="20000"/>
          </a:bodyPr>
          <a:lstStyle/>
          <a:p>
            <a:r>
              <a:rPr lang="en-GB" noProof="0" dirty="0"/>
              <a:t>Repository: </a:t>
            </a:r>
            <a:r>
              <a:rPr lang="en-GB" b="1" noProof="0" dirty="0" err="1">
                <a:hlinkClick r:id="rId2"/>
              </a:rPr>
              <a:t>handson_mlflow_optuna</a:t>
            </a:r>
            <a:r>
              <a:rPr lang="en-GB" b="1" noProof="0" dirty="0"/>
              <a:t> </a:t>
            </a:r>
            <a:endParaRPr lang="en-GB" noProof="0" dirty="0"/>
          </a:p>
          <a:p>
            <a:r>
              <a:rPr lang="en-GB" i="1" noProof="0" dirty="0"/>
              <a:t>Git clone </a:t>
            </a:r>
            <a:r>
              <a:rPr lang="en-GB" i="1" noProof="0" dirty="0">
                <a:hlinkClick r:id="rId3"/>
              </a:rPr>
              <a:t>https://github.com/caisr-hh/handson_mlflow_optuna.git</a:t>
            </a:r>
            <a:endParaRPr lang="en-GB" i="1" noProof="0" dirty="0"/>
          </a:p>
          <a:p>
            <a:r>
              <a:rPr lang="en-GB" i="1" noProof="0" dirty="0"/>
              <a:t>MISSING FROM THE ENV:  </a:t>
            </a:r>
            <a:r>
              <a:rPr lang="en-GB" i="1" noProof="0" dirty="0" err="1"/>
              <a:t>Pytorch</a:t>
            </a:r>
            <a:r>
              <a:rPr lang="en-GB" i="1" noProof="0" dirty="0"/>
              <a:t>!</a:t>
            </a:r>
          </a:p>
          <a:p>
            <a:r>
              <a:rPr lang="en-GB" i="1" noProof="0" dirty="0"/>
              <a:t>To install:</a:t>
            </a:r>
          </a:p>
          <a:p>
            <a:pPr marL="0" indent="0">
              <a:buNone/>
            </a:pPr>
            <a:r>
              <a:rPr lang="en-GB" i="1" noProof="0" dirty="0"/>
              <a:t>	Conda activate </a:t>
            </a:r>
            <a:r>
              <a:rPr lang="en-GB" i="1" noProof="0" dirty="0" err="1"/>
              <a:t>ml_tooling</a:t>
            </a:r>
            <a:r>
              <a:rPr lang="en-GB" i="1" noProof="0" dirty="0"/>
              <a:t> tutorial</a:t>
            </a:r>
          </a:p>
          <a:p>
            <a:pPr marL="0" indent="0">
              <a:buNone/>
            </a:pPr>
            <a:r>
              <a:rPr lang="en-GB" i="1" noProof="0" dirty="0"/>
              <a:t>	(Linux:) </a:t>
            </a:r>
            <a:r>
              <a:rPr lang="en-GB" noProof="0" dirty="0"/>
              <a:t>pip3 install torch </a:t>
            </a:r>
            <a:r>
              <a:rPr lang="en-GB" noProof="0" dirty="0" err="1"/>
              <a:t>torchvision</a:t>
            </a:r>
            <a:r>
              <a:rPr lang="en-GB" noProof="0" dirty="0"/>
              <a:t> --index-</a:t>
            </a:r>
            <a:r>
              <a:rPr lang="en-GB" noProof="0" dirty="0" err="1"/>
              <a:t>url</a:t>
            </a:r>
            <a:r>
              <a:rPr lang="en-GB" noProof="0" dirty="0"/>
              <a:t> https://download.pytorch.org/whl/cpu</a:t>
            </a:r>
          </a:p>
          <a:p>
            <a:pPr marL="0" indent="0">
              <a:buNone/>
            </a:pPr>
            <a:r>
              <a:rPr lang="en-GB" i="1" noProof="0" dirty="0"/>
              <a:t>	(Windows:) </a:t>
            </a:r>
            <a:r>
              <a:rPr lang="en-GB" noProof="0" dirty="0"/>
              <a:t>pip3 install torch </a:t>
            </a:r>
            <a:r>
              <a:rPr lang="en-GB" noProof="0" dirty="0" err="1"/>
              <a:t>torchvision</a:t>
            </a:r>
            <a:endParaRPr lang="en-GB" i="1" noProof="0" dirty="0"/>
          </a:p>
          <a:p>
            <a:pPr lvl="1"/>
            <a:endParaRPr lang="en-GB" i="1" noProof="0" dirty="0"/>
          </a:p>
          <a:p>
            <a:r>
              <a:rPr lang="en-GB" noProof="0" dirty="0"/>
              <a:t>Now; step by step examples:</a:t>
            </a:r>
          </a:p>
          <a:p>
            <a:pPr lvl="1">
              <a:buFont typeface="Courier New" panose="02070309020205020404" pitchFamily="49" charset="0"/>
              <a:buChar char="o"/>
            </a:pPr>
            <a:r>
              <a:rPr lang="en-GB" noProof="0" dirty="0"/>
              <a:t>Configuration driven development.</a:t>
            </a:r>
          </a:p>
          <a:p>
            <a:pPr lvl="1">
              <a:buFont typeface="Courier New" panose="02070309020205020404" pitchFamily="49" charset="0"/>
              <a:buChar char="o"/>
            </a:pPr>
            <a:r>
              <a:rPr lang="en-GB" noProof="0" dirty="0"/>
              <a:t>Hyperparameter optimization.</a:t>
            </a:r>
          </a:p>
          <a:p>
            <a:pPr lvl="1">
              <a:buFont typeface="Courier New" panose="02070309020205020404" pitchFamily="49" charset="0"/>
              <a:buChar char="o"/>
            </a:pPr>
            <a:r>
              <a:rPr lang="en-GB" noProof="0" dirty="0"/>
              <a:t>Logging and run management.</a:t>
            </a:r>
          </a:p>
          <a:p>
            <a:pPr lvl="1">
              <a:buFont typeface="Courier New" panose="02070309020205020404" pitchFamily="49" charset="0"/>
              <a:buChar char="o"/>
            </a:pPr>
            <a:r>
              <a:rPr lang="en-GB" noProof="0" dirty="0"/>
              <a:t>Deployment.</a:t>
            </a:r>
          </a:p>
          <a:p>
            <a:pPr lvl="1">
              <a:buFont typeface="Courier New" panose="02070309020205020404" pitchFamily="49" charset="0"/>
              <a:buChar char="o"/>
            </a:pPr>
            <a:endParaRPr lang="en-GB" noProof="0" dirty="0"/>
          </a:p>
        </p:txBody>
      </p:sp>
    </p:spTree>
    <p:extLst>
      <p:ext uri="{BB962C8B-B14F-4D97-AF65-F5344CB8AC3E}">
        <p14:creationId xmlns:p14="http://schemas.microsoft.com/office/powerpoint/2010/main" val="3390442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ED084-994C-7695-401A-CCF9BEFEE234}"/>
              </a:ext>
            </a:extLst>
          </p:cNvPr>
          <p:cNvSpPr>
            <a:spLocks noGrp="1"/>
          </p:cNvSpPr>
          <p:nvPr>
            <p:ph type="title"/>
          </p:nvPr>
        </p:nvSpPr>
        <p:spPr/>
        <p:txBody>
          <a:bodyPr/>
          <a:lstStyle/>
          <a:p>
            <a:r>
              <a:rPr lang="en-GB" noProof="0" dirty="0"/>
              <a:t>Hands on 0:</a:t>
            </a:r>
          </a:p>
        </p:txBody>
      </p:sp>
      <p:sp>
        <p:nvSpPr>
          <p:cNvPr id="3" name="Content Placeholder 2">
            <a:extLst>
              <a:ext uri="{FF2B5EF4-FFF2-40B4-BE49-F238E27FC236}">
                <a16:creationId xmlns:a16="http://schemas.microsoft.com/office/drawing/2014/main" id="{2A9C3264-E73C-E1F4-F2E9-2281C15A14FC}"/>
              </a:ext>
            </a:extLst>
          </p:cNvPr>
          <p:cNvSpPr>
            <a:spLocks noGrp="1"/>
          </p:cNvSpPr>
          <p:nvPr>
            <p:ph idx="1"/>
          </p:nvPr>
        </p:nvSpPr>
        <p:spPr/>
        <p:txBody>
          <a:bodyPr/>
          <a:lstStyle/>
          <a:p>
            <a:r>
              <a:rPr lang="en-GB" noProof="0" dirty="0"/>
              <a:t>The repo is a simple ml pipeline that trains a </a:t>
            </a:r>
            <a:r>
              <a:rPr lang="en-GB" noProof="0" dirty="0" err="1"/>
              <a:t>mlp</a:t>
            </a:r>
            <a:r>
              <a:rPr lang="en-GB" noProof="0" dirty="0"/>
              <a:t> classifier on a circles dataset.</a:t>
            </a:r>
          </a:p>
          <a:p>
            <a:r>
              <a:rPr lang="en-GB" noProof="0" dirty="0"/>
              <a:t>Checkout the Tutorial-1 branch and try running it once as is, executing the naked pipeline without </a:t>
            </a:r>
            <a:r>
              <a:rPr lang="en-GB" noProof="0" dirty="0" err="1"/>
              <a:t>optuna</a:t>
            </a:r>
            <a:r>
              <a:rPr lang="en-GB" noProof="0" dirty="0"/>
              <a:t> or </a:t>
            </a:r>
            <a:r>
              <a:rPr lang="en-GB" noProof="0" dirty="0" err="1"/>
              <a:t>mlflow</a:t>
            </a:r>
            <a:r>
              <a:rPr lang="en-GB" noProof="0" dirty="0"/>
              <a:t>.</a:t>
            </a:r>
          </a:p>
          <a:p>
            <a:endParaRPr lang="en-GB" noProof="0" dirty="0"/>
          </a:p>
        </p:txBody>
      </p:sp>
    </p:spTree>
    <p:extLst>
      <p:ext uri="{BB962C8B-B14F-4D97-AF65-F5344CB8AC3E}">
        <p14:creationId xmlns:p14="http://schemas.microsoft.com/office/powerpoint/2010/main" val="1284005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0D72C-C457-CC36-486C-7DE75CD18C16}"/>
              </a:ext>
            </a:extLst>
          </p:cNvPr>
          <p:cNvSpPr>
            <a:spLocks noGrp="1"/>
          </p:cNvSpPr>
          <p:nvPr>
            <p:ph type="title"/>
          </p:nvPr>
        </p:nvSpPr>
        <p:spPr/>
        <p:txBody>
          <a:bodyPr/>
          <a:lstStyle/>
          <a:p>
            <a:r>
              <a:rPr lang="en-GB" noProof="0" dirty="0"/>
              <a:t>Hyperparameter selection (</a:t>
            </a:r>
            <a:r>
              <a:rPr lang="en-GB" noProof="0" dirty="0" err="1"/>
              <a:t>Optuna</a:t>
            </a:r>
            <a:r>
              <a:rPr lang="en-GB" noProof="0" dirty="0"/>
              <a:t>)</a:t>
            </a:r>
          </a:p>
        </p:txBody>
      </p:sp>
      <p:sp>
        <p:nvSpPr>
          <p:cNvPr id="3" name="Content Placeholder 2">
            <a:extLst>
              <a:ext uri="{FF2B5EF4-FFF2-40B4-BE49-F238E27FC236}">
                <a16:creationId xmlns:a16="http://schemas.microsoft.com/office/drawing/2014/main" id="{5AE77430-17CA-96BD-FA26-234531FEFE86}"/>
              </a:ext>
            </a:extLst>
          </p:cNvPr>
          <p:cNvSpPr>
            <a:spLocks noGrp="1"/>
          </p:cNvSpPr>
          <p:nvPr>
            <p:ph idx="1"/>
          </p:nvPr>
        </p:nvSpPr>
        <p:spPr/>
        <p:txBody>
          <a:bodyPr/>
          <a:lstStyle/>
          <a:p>
            <a:pPr marL="0" indent="0">
              <a:buNone/>
            </a:pPr>
            <a:r>
              <a:rPr lang="en-GB" noProof="0" dirty="0" err="1"/>
              <a:t>Optuna</a:t>
            </a:r>
            <a:r>
              <a:rPr lang="en-GB" noProof="0" dirty="0"/>
              <a:t> is a library for hyperparameter optimization that attempts to go beyond grid or random searches by modelling the statistical importance of the parameters over several training runs.</a:t>
            </a:r>
          </a:p>
          <a:p>
            <a:pPr marL="0" indent="0">
              <a:buNone/>
            </a:pPr>
            <a:endParaRPr lang="en-GB" noProof="0" dirty="0"/>
          </a:p>
          <a:p>
            <a:pPr marL="0" indent="0">
              <a:buNone/>
            </a:pPr>
            <a:r>
              <a:rPr lang="en-GB" noProof="0" dirty="0"/>
              <a:t>We initialize a study that orchestrates this optimization process and define objectives that return the final metric we are optimizing. Over time the trials should sample from a more ideal set of hyperparameter than doing so randomly.</a:t>
            </a:r>
          </a:p>
          <a:p>
            <a:pPr marL="0" indent="0">
              <a:buNone/>
            </a:pPr>
            <a:endParaRPr lang="en-GB" noProof="0" dirty="0"/>
          </a:p>
          <a:p>
            <a:pPr marL="0" indent="0">
              <a:buNone/>
            </a:pPr>
            <a:r>
              <a:rPr lang="en-GB" noProof="0" dirty="0"/>
              <a:t>Also has an GUI thanks to </a:t>
            </a:r>
            <a:r>
              <a:rPr lang="en-GB" noProof="0" dirty="0" err="1"/>
              <a:t>optuna</a:t>
            </a:r>
            <a:r>
              <a:rPr lang="en-GB" noProof="0" dirty="0"/>
              <a:t>-dashboard!</a:t>
            </a:r>
          </a:p>
          <a:p>
            <a:pPr marL="0" indent="0">
              <a:buNone/>
            </a:pPr>
            <a:endParaRPr lang="en-GB" noProof="0" dirty="0"/>
          </a:p>
          <a:p>
            <a:pPr marL="0" indent="0">
              <a:buNone/>
            </a:pPr>
            <a:endParaRPr lang="en-GB" noProof="0" dirty="0"/>
          </a:p>
        </p:txBody>
      </p:sp>
    </p:spTree>
    <p:extLst>
      <p:ext uri="{BB962C8B-B14F-4D97-AF65-F5344CB8AC3E}">
        <p14:creationId xmlns:p14="http://schemas.microsoft.com/office/powerpoint/2010/main" val="269169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836E7-C7AC-DFBD-1F1D-6FC57ADFDDEE}"/>
              </a:ext>
            </a:extLst>
          </p:cNvPr>
          <p:cNvSpPr>
            <a:spLocks noGrp="1"/>
          </p:cNvSpPr>
          <p:nvPr>
            <p:ph type="title"/>
          </p:nvPr>
        </p:nvSpPr>
        <p:spPr/>
        <p:txBody>
          <a:bodyPr/>
          <a:lstStyle/>
          <a:p>
            <a:r>
              <a:rPr lang="en-GB" noProof="0" dirty="0"/>
              <a:t>Studies</a:t>
            </a:r>
          </a:p>
        </p:txBody>
      </p:sp>
      <p:sp>
        <p:nvSpPr>
          <p:cNvPr id="3" name="Content Placeholder 2">
            <a:extLst>
              <a:ext uri="{FF2B5EF4-FFF2-40B4-BE49-F238E27FC236}">
                <a16:creationId xmlns:a16="http://schemas.microsoft.com/office/drawing/2014/main" id="{340B4D41-D596-15DD-E2F6-2927CA68D355}"/>
              </a:ext>
            </a:extLst>
          </p:cNvPr>
          <p:cNvSpPr>
            <a:spLocks noGrp="1"/>
          </p:cNvSpPr>
          <p:nvPr>
            <p:ph idx="1"/>
          </p:nvPr>
        </p:nvSpPr>
        <p:spPr/>
        <p:txBody>
          <a:bodyPr>
            <a:normAutofit/>
          </a:bodyPr>
          <a:lstStyle/>
          <a:p>
            <a:pPr marL="0" indent="0">
              <a:buNone/>
            </a:pPr>
            <a:r>
              <a:rPr lang="en-GB" noProof="0" dirty="0"/>
              <a:t>A Study is a collection of different objectives being optimized.</a:t>
            </a:r>
          </a:p>
          <a:p>
            <a:pPr marL="0" indent="0">
              <a:buNone/>
            </a:pPr>
            <a:endParaRPr lang="en-GB" noProof="0" dirty="0"/>
          </a:p>
          <a:p>
            <a:pPr lvl="1">
              <a:buNone/>
            </a:pPr>
            <a:r>
              <a:rPr lang="en-GB" noProof="0" dirty="0">
                <a:solidFill>
                  <a:schemeClr val="tx1">
                    <a:lumMod val="75000"/>
                    <a:lumOff val="25000"/>
                  </a:schemeClr>
                </a:solidFill>
                <a:latin typeface="JetBrains Mono"/>
              </a:rPr>
              <a:t>study = </a:t>
            </a:r>
            <a:r>
              <a:rPr lang="en-GB" noProof="0" dirty="0" err="1">
                <a:solidFill>
                  <a:schemeClr val="tx1">
                    <a:lumMod val="75000"/>
                    <a:lumOff val="25000"/>
                  </a:schemeClr>
                </a:solidFill>
                <a:latin typeface="JetBrains Mono"/>
              </a:rPr>
              <a:t>Optuna.create_study</a:t>
            </a:r>
            <a:r>
              <a:rPr lang="en-GB" noProof="0" dirty="0">
                <a:solidFill>
                  <a:srgbClr val="A9B7C6"/>
                </a:solidFill>
                <a:latin typeface="JetBrains Mono"/>
              </a:rPr>
              <a:t>(</a:t>
            </a:r>
            <a:br>
              <a:rPr lang="en-GB" noProof="0" dirty="0">
                <a:solidFill>
                  <a:srgbClr val="A9B7C6"/>
                </a:solidFill>
                <a:latin typeface="JetBrains Mono"/>
              </a:rPr>
            </a:br>
            <a:r>
              <a:rPr lang="en-GB" noProof="0" dirty="0">
                <a:solidFill>
                  <a:srgbClr val="A9B7C6"/>
                </a:solidFill>
                <a:latin typeface="JetBrains Mono"/>
              </a:rPr>
              <a:t>            </a:t>
            </a:r>
            <a:r>
              <a:rPr lang="en-GB" noProof="0" dirty="0">
                <a:solidFill>
                  <a:schemeClr val="tx2">
                    <a:lumMod val="60000"/>
                    <a:lumOff val="40000"/>
                  </a:schemeClr>
                </a:solidFill>
                <a:latin typeface="JetBrains Mono"/>
              </a:rPr>
              <a:t>str</a:t>
            </a:r>
            <a:r>
              <a:rPr lang="en-GB" noProof="0" dirty="0">
                <a:solidFill>
                  <a:srgbClr val="8888C6"/>
                </a:solidFill>
                <a:latin typeface="JetBrains Mono"/>
              </a:rPr>
              <a:t> </a:t>
            </a:r>
            <a:r>
              <a:rPr lang="en-GB" noProof="0" dirty="0">
                <a:solidFill>
                  <a:schemeClr val="tx1">
                    <a:lumMod val="50000"/>
                    <a:lumOff val="50000"/>
                  </a:schemeClr>
                </a:solidFill>
                <a:latin typeface="JetBrains Mono"/>
              </a:rPr>
              <a:t>storage</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&lt;Storage for trials, if None uses in memory storage.</a:t>
            </a:r>
            <a:br>
              <a:rPr lang="en-GB" noProof="0" dirty="0">
                <a:solidFill>
                  <a:srgbClr val="00B050"/>
                </a:solidFill>
                <a:latin typeface="JetBrains Mono"/>
              </a:rPr>
            </a:br>
            <a:r>
              <a:rPr lang="en-GB" noProof="0" dirty="0">
                <a:solidFill>
                  <a:srgbClr val="CC7832"/>
                </a:solidFill>
                <a:latin typeface="JetBrains Mono"/>
              </a:rPr>
              <a:t>            </a:t>
            </a:r>
            <a:r>
              <a:rPr lang="en-GB" noProof="0" dirty="0">
                <a:solidFill>
                  <a:schemeClr val="tx2">
                    <a:lumMod val="60000"/>
                    <a:lumOff val="40000"/>
                  </a:schemeClr>
                </a:solidFill>
                <a:latin typeface="JetBrains Mono"/>
              </a:rPr>
              <a:t>pruner</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a:t>
            </a:r>
            <a:r>
              <a:rPr lang="en-GB" noProof="0" dirty="0" err="1">
                <a:solidFill>
                  <a:srgbClr val="00B050"/>
                </a:solidFill>
                <a:latin typeface="JetBrains Mono"/>
              </a:rPr>
              <a:t>Optuna</a:t>
            </a:r>
            <a:r>
              <a:rPr lang="en-GB" noProof="0" dirty="0">
                <a:solidFill>
                  <a:srgbClr val="00B050"/>
                </a:solidFill>
                <a:latin typeface="JetBrains Mono"/>
              </a:rPr>
              <a:t> pruner if so desired, we will return to this.</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chemeClr val="tx2">
                    <a:lumMod val="60000"/>
                    <a:lumOff val="40000"/>
                  </a:schemeClr>
                </a:solidFill>
                <a:latin typeface="JetBrains Mono"/>
              </a:rPr>
              <a:t>str</a:t>
            </a:r>
            <a:r>
              <a:rPr lang="en-GB" noProof="0" dirty="0">
                <a:solidFill>
                  <a:srgbClr val="8888C6"/>
                </a:solidFill>
                <a:latin typeface="JetBrains Mono"/>
              </a:rPr>
              <a:t> </a:t>
            </a:r>
            <a:r>
              <a:rPr lang="en-GB" noProof="0" dirty="0" err="1">
                <a:solidFill>
                  <a:schemeClr val="tx1">
                    <a:lumMod val="50000"/>
                    <a:lumOff val="50000"/>
                  </a:schemeClr>
                </a:solidFill>
                <a:latin typeface="JetBrains Mono"/>
              </a:rPr>
              <a:t>study_name</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&lt;Study name, generated automatically if left empty.</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chemeClr val="tx2">
                    <a:lumMod val="60000"/>
                    <a:lumOff val="40000"/>
                  </a:schemeClr>
                </a:solidFill>
                <a:latin typeface="JetBrains Mono"/>
              </a:rPr>
              <a:t>str</a:t>
            </a:r>
            <a:r>
              <a:rPr lang="en-GB" noProof="0" dirty="0">
                <a:solidFill>
                  <a:srgbClr val="8888C6"/>
                </a:solidFill>
                <a:latin typeface="JetBrains Mono"/>
              </a:rPr>
              <a:t> </a:t>
            </a:r>
            <a:r>
              <a:rPr lang="en-GB" noProof="0" dirty="0">
                <a:solidFill>
                  <a:schemeClr val="tx1">
                    <a:lumMod val="50000"/>
                    <a:lumOff val="50000"/>
                  </a:schemeClr>
                </a:solidFill>
                <a:latin typeface="JetBrains Mono"/>
              </a:rPr>
              <a:t>direction</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&lt;Trying to “minimize” or “maximize” metric?</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chemeClr val="tx2">
                    <a:lumMod val="60000"/>
                    <a:lumOff val="40000"/>
                  </a:schemeClr>
                </a:solidFill>
                <a:latin typeface="JetBrains Mono"/>
              </a:rPr>
              <a:t>bool</a:t>
            </a:r>
            <a:r>
              <a:rPr lang="en-GB" noProof="0" dirty="0">
                <a:solidFill>
                  <a:srgbClr val="8888C6"/>
                </a:solidFill>
                <a:latin typeface="JetBrains Mono"/>
              </a:rPr>
              <a:t> </a:t>
            </a:r>
            <a:r>
              <a:rPr lang="en-GB" noProof="0" dirty="0" err="1">
                <a:solidFill>
                  <a:schemeClr val="tx1">
                    <a:lumMod val="50000"/>
                    <a:lumOff val="50000"/>
                  </a:schemeClr>
                </a:solidFill>
                <a:latin typeface="JetBrains Mono"/>
              </a:rPr>
              <a:t>load_if_exists</a:t>
            </a:r>
            <a:r>
              <a:rPr lang="en-GB" noProof="0" dirty="0">
                <a:solidFill>
                  <a:srgbClr val="A9B7C6"/>
                </a:solidFill>
                <a:latin typeface="JetBrains Mono"/>
              </a:rPr>
              <a:t>=</a:t>
            </a:r>
            <a:r>
              <a:rPr lang="en-GB" noProof="0" dirty="0">
                <a:solidFill>
                  <a:srgbClr val="FFC000"/>
                </a:solidFill>
                <a:latin typeface="JetBrains Mono"/>
              </a:rPr>
              <a:t>False</a:t>
            </a:r>
            <a:r>
              <a:rPr lang="en-GB" noProof="0" dirty="0">
                <a:solidFill>
                  <a:srgbClr val="CC7832"/>
                </a:solidFill>
                <a:latin typeface="JetBrains Mono"/>
              </a:rPr>
              <a:t>,	</a:t>
            </a:r>
            <a:r>
              <a:rPr lang="en-GB" noProof="0" dirty="0">
                <a:solidFill>
                  <a:srgbClr val="00B050"/>
                </a:solidFill>
                <a:latin typeface="JetBrains Mono"/>
              </a:rPr>
              <a:t>&lt;Return existing study with same name?</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rgbClr val="A9B7C6"/>
                </a:solidFill>
                <a:latin typeface="JetBrains Mono"/>
              </a:rPr>
              <a:t>[</a:t>
            </a:r>
            <a:r>
              <a:rPr lang="en-GB" noProof="0" dirty="0">
                <a:solidFill>
                  <a:schemeClr val="tx2">
                    <a:lumMod val="60000"/>
                    <a:lumOff val="40000"/>
                  </a:schemeClr>
                </a:solidFill>
                <a:latin typeface="JetBrains Mono"/>
              </a:rPr>
              <a:t>str</a:t>
            </a:r>
            <a:r>
              <a:rPr lang="en-GB" noProof="0" dirty="0">
                <a:solidFill>
                  <a:srgbClr val="A9B7C6"/>
                </a:solidFill>
                <a:latin typeface="JetBrains Mono"/>
              </a:rPr>
              <a:t>] </a:t>
            </a:r>
            <a:r>
              <a:rPr lang="en-GB" noProof="0" dirty="0">
                <a:solidFill>
                  <a:schemeClr val="tx1">
                    <a:lumMod val="50000"/>
                    <a:lumOff val="50000"/>
                  </a:schemeClr>
                </a:solidFill>
                <a:latin typeface="JetBrains Mono"/>
              </a:rPr>
              <a:t>directions</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&lt;List of directions for multiple objectives.</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rgbClr val="A9B7C6"/>
                </a:solidFill>
                <a:latin typeface="JetBrains Mono"/>
              </a:rPr>
              <a:t>) </a:t>
            </a:r>
          </a:p>
          <a:p>
            <a:pPr marL="0" indent="0">
              <a:buNone/>
            </a:pPr>
            <a:br>
              <a:rPr lang="en-GB" noProof="0" dirty="0"/>
            </a:br>
            <a:r>
              <a:rPr lang="en-GB" noProof="0" dirty="0"/>
              <a:t>Yields an </a:t>
            </a:r>
            <a:r>
              <a:rPr lang="en-GB" noProof="0" dirty="0" err="1"/>
              <a:t>optuna.study.Study</a:t>
            </a:r>
            <a:r>
              <a:rPr lang="en-GB" noProof="0" dirty="0"/>
              <a:t> object...</a:t>
            </a:r>
          </a:p>
          <a:p>
            <a:pPr marL="0" indent="0">
              <a:buNone/>
            </a:pPr>
            <a:endParaRPr lang="en-GB" noProof="0" dirty="0"/>
          </a:p>
          <a:p>
            <a:pPr marL="0" indent="0">
              <a:buNone/>
            </a:pPr>
            <a:endParaRPr lang="en-GB" noProof="0" dirty="0"/>
          </a:p>
        </p:txBody>
      </p:sp>
    </p:spTree>
    <p:extLst>
      <p:ext uri="{BB962C8B-B14F-4D97-AF65-F5344CB8AC3E}">
        <p14:creationId xmlns:p14="http://schemas.microsoft.com/office/powerpoint/2010/main" val="2402525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5A6A1-D3E2-7D25-0038-F094766F7598}"/>
              </a:ext>
            </a:extLst>
          </p:cNvPr>
          <p:cNvSpPr>
            <a:spLocks noGrp="1"/>
          </p:cNvSpPr>
          <p:nvPr>
            <p:ph type="title"/>
          </p:nvPr>
        </p:nvSpPr>
        <p:spPr/>
        <p:txBody>
          <a:bodyPr/>
          <a:lstStyle/>
          <a:p>
            <a:r>
              <a:rPr lang="en-GB" noProof="0" dirty="0"/>
              <a:t>Suggest</a:t>
            </a:r>
          </a:p>
        </p:txBody>
      </p:sp>
      <p:sp>
        <p:nvSpPr>
          <p:cNvPr id="3" name="Content Placeholder 2">
            <a:extLst>
              <a:ext uri="{FF2B5EF4-FFF2-40B4-BE49-F238E27FC236}">
                <a16:creationId xmlns:a16="http://schemas.microsoft.com/office/drawing/2014/main" id="{EC650A25-1CDD-4588-4B35-4CF384D9973F}"/>
              </a:ext>
            </a:extLst>
          </p:cNvPr>
          <p:cNvSpPr>
            <a:spLocks noGrp="1"/>
          </p:cNvSpPr>
          <p:nvPr>
            <p:ph idx="1"/>
          </p:nvPr>
        </p:nvSpPr>
        <p:spPr/>
        <p:txBody>
          <a:bodyPr/>
          <a:lstStyle/>
          <a:p>
            <a:pPr marL="0" indent="0">
              <a:buNone/>
            </a:pPr>
            <a:r>
              <a:rPr lang="en-GB" noProof="0" dirty="0"/>
              <a:t>For each new trial, the suggest methods invoked inside the objective provides an informed guess as to what parameters influences the objective metrics in the desired directions.</a:t>
            </a:r>
          </a:p>
          <a:p>
            <a:pPr lvl="1">
              <a:buFont typeface="Courier New" panose="02070309020205020404" pitchFamily="49" charset="0"/>
              <a:buChar char="o"/>
            </a:pPr>
            <a:r>
              <a:rPr lang="en-GB" noProof="0" dirty="0" err="1">
                <a:solidFill>
                  <a:schemeClr val="tx1">
                    <a:lumMod val="75000"/>
                    <a:lumOff val="25000"/>
                  </a:schemeClr>
                </a:solidFill>
                <a:effectLst/>
                <a:latin typeface="JetBrains Mono"/>
              </a:rPr>
              <a:t>Trial.suggest_float</a:t>
            </a:r>
            <a:r>
              <a:rPr lang="en-GB" noProof="0" dirty="0">
                <a:solidFill>
                  <a:srgbClr val="A9B7C6"/>
                </a:solidFill>
                <a:effectLst/>
                <a:latin typeface="JetBrains Mono"/>
              </a:rPr>
              <a:t>(</a:t>
            </a:r>
            <a:r>
              <a:rPr lang="en-GB" noProof="0" dirty="0">
                <a:solidFill>
                  <a:schemeClr val="tx2">
                    <a:lumMod val="60000"/>
                    <a:lumOff val="40000"/>
                  </a:schemeClr>
                </a:solidFill>
                <a:effectLst/>
                <a:latin typeface="JetBrains Mono"/>
              </a:rPr>
              <a:t>string</a:t>
            </a:r>
            <a:r>
              <a:rPr lang="en-GB" noProof="0" dirty="0">
                <a:solidFill>
                  <a:srgbClr val="A9B7C6"/>
                </a:solidFill>
                <a:effectLst/>
                <a:latin typeface="JetBrains Mono"/>
              </a:rPr>
              <a:t> </a:t>
            </a:r>
            <a:r>
              <a:rPr lang="en-GB" noProof="0" dirty="0">
                <a:solidFill>
                  <a:schemeClr val="tx1">
                    <a:lumMod val="50000"/>
                    <a:lumOff val="50000"/>
                  </a:schemeClr>
                </a:solidFill>
                <a:effectLst/>
                <a:latin typeface="JetBrains Mono"/>
              </a:rPr>
              <a:t>name</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low</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high</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step</a:t>
            </a:r>
            <a:r>
              <a:rPr lang="en-GB" noProof="0" dirty="0">
                <a:solidFill>
                  <a:srgbClr val="A9B7C6"/>
                </a:solidFill>
                <a:effectLst/>
                <a:latin typeface="JetBrains Mono"/>
              </a:rPr>
              <a:t>=</a:t>
            </a:r>
            <a:r>
              <a:rPr lang="en-GB" noProof="0" dirty="0">
                <a:solidFill>
                  <a:srgbClr val="FFC000"/>
                </a:solidFill>
                <a:effectLst/>
                <a:latin typeface="JetBrains Mono"/>
              </a:rPr>
              <a:t>None</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bool</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log</a:t>
            </a:r>
            <a:r>
              <a:rPr lang="en-GB" noProof="0" dirty="0">
                <a:solidFill>
                  <a:srgbClr val="A9B7C6"/>
                </a:solidFill>
                <a:effectLst/>
                <a:latin typeface="JetBrains Mono"/>
              </a:rPr>
              <a:t>=</a:t>
            </a:r>
            <a:r>
              <a:rPr lang="en-GB" noProof="0" dirty="0">
                <a:solidFill>
                  <a:srgbClr val="FFC000"/>
                </a:solidFill>
                <a:effectLst/>
                <a:latin typeface="JetBrains Mono"/>
              </a:rPr>
              <a:t>False</a:t>
            </a:r>
            <a:r>
              <a:rPr lang="en-GB" noProof="0" dirty="0">
                <a:solidFill>
                  <a:srgbClr val="A9B7C6"/>
                </a:solidFill>
                <a:effectLst/>
                <a:latin typeface="JetBrains Mono"/>
              </a:rPr>
              <a:t>)</a:t>
            </a:r>
          </a:p>
          <a:p>
            <a:pPr lvl="1">
              <a:buFont typeface="Courier New" panose="02070309020205020404" pitchFamily="49" charset="0"/>
              <a:buChar char="o"/>
            </a:pPr>
            <a:r>
              <a:rPr lang="en-GB" noProof="0" dirty="0" err="1">
                <a:solidFill>
                  <a:schemeClr val="tx1">
                    <a:lumMod val="75000"/>
                    <a:lumOff val="25000"/>
                  </a:schemeClr>
                </a:solidFill>
                <a:effectLst/>
                <a:latin typeface="JetBrains Mono"/>
              </a:rPr>
              <a:t>Trial.suggest_int</a:t>
            </a:r>
            <a:r>
              <a:rPr lang="en-GB" noProof="0" dirty="0">
                <a:solidFill>
                  <a:srgbClr val="A9B7C6"/>
                </a:solidFill>
                <a:effectLst/>
                <a:latin typeface="JetBrains Mono"/>
              </a:rPr>
              <a:t>(</a:t>
            </a:r>
            <a:r>
              <a:rPr lang="en-GB" noProof="0" dirty="0">
                <a:solidFill>
                  <a:schemeClr val="tx2">
                    <a:lumMod val="60000"/>
                    <a:lumOff val="40000"/>
                  </a:schemeClr>
                </a:solidFill>
                <a:effectLst/>
                <a:latin typeface="JetBrains Mono"/>
              </a:rPr>
              <a:t>string</a:t>
            </a:r>
            <a:r>
              <a:rPr lang="en-GB" noProof="0" dirty="0">
                <a:solidFill>
                  <a:srgbClr val="A9B7C6"/>
                </a:solidFill>
                <a:effectLst/>
                <a:latin typeface="JetBrains Mono"/>
              </a:rPr>
              <a:t> </a:t>
            </a:r>
            <a:r>
              <a:rPr lang="en-GB" noProof="0" dirty="0">
                <a:solidFill>
                  <a:schemeClr val="tx1">
                    <a:lumMod val="50000"/>
                    <a:lumOff val="50000"/>
                  </a:schemeClr>
                </a:solidFill>
                <a:effectLst/>
                <a:latin typeface="JetBrains Mono"/>
              </a:rPr>
              <a:t>name</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low</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high</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rgbClr val="72737A"/>
                </a:solidFill>
                <a:effectLst/>
                <a:latin typeface="JetBrains Mono"/>
              </a:rPr>
              <a:t>step</a:t>
            </a:r>
            <a:r>
              <a:rPr lang="en-GB" noProof="0" dirty="0">
                <a:solidFill>
                  <a:srgbClr val="A9B7C6"/>
                </a:solidFill>
                <a:effectLst/>
                <a:latin typeface="JetBrains Mono"/>
              </a:rPr>
              <a:t>=</a:t>
            </a:r>
            <a:r>
              <a:rPr lang="en-GB" noProof="0" dirty="0">
                <a:solidFill>
                  <a:srgbClr val="FFC000"/>
                </a:solidFill>
                <a:effectLst/>
                <a:latin typeface="JetBrains Mono"/>
              </a:rPr>
              <a:t>None</a:t>
            </a:r>
            <a:r>
              <a:rPr lang="en-GB" noProof="0" dirty="0">
                <a:solidFill>
                  <a:srgbClr val="CC7832"/>
                </a:solidFill>
                <a:effectLst/>
                <a:latin typeface="JetBrains Mono"/>
              </a:rPr>
              <a:t>, </a:t>
            </a:r>
            <a:r>
              <a:rPr lang="en-GB" noProof="0" dirty="0">
                <a:solidFill>
                  <a:srgbClr val="8888C6"/>
                </a:solidFill>
                <a:effectLst/>
                <a:latin typeface="JetBrains Mono"/>
              </a:rPr>
              <a:t>bool </a:t>
            </a:r>
            <a:r>
              <a:rPr lang="en-GB" noProof="0" dirty="0">
                <a:solidFill>
                  <a:srgbClr val="72737A"/>
                </a:solidFill>
                <a:effectLst/>
                <a:latin typeface="JetBrains Mono"/>
              </a:rPr>
              <a:t>log</a:t>
            </a:r>
            <a:r>
              <a:rPr lang="en-GB" noProof="0" dirty="0">
                <a:solidFill>
                  <a:srgbClr val="A9B7C6"/>
                </a:solidFill>
                <a:effectLst/>
                <a:latin typeface="JetBrains Mono"/>
              </a:rPr>
              <a:t>=</a:t>
            </a:r>
            <a:r>
              <a:rPr lang="en-GB" noProof="0" dirty="0">
                <a:solidFill>
                  <a:srgbClr val="FFC000"/>
                </a:solidFill>
                <a:effectLst/>
                <a:latin typeface="JetBrains Mono"/>
              </a:rPr>
              <a:t>False</a:t>
            </a:r>
            <a:r>
              <a:rPr lang="en-GB" noProof="0" dirty="0">
                <a:solidFill>
                  <a:srgbClr val="A9B7C6"/>
                </a:solidFill>
                <a:effectLst/>
                <a:latin typeface="JetBrains Mono"/>
              </a:rPr>
              <a:t>)</a:t>
            </a:r>
          </a:p>
          <a:p>
            <a:pPr lvl="1">
              <a:buFont typeface="Courier New" panose="02070309020205020404" pitchFamily="49" charset="0"/>
              <a:buChar char="o"/>
            </a:pPr>
            <a:r>
              <a:rPr lang="en-GB" noProof="0" dirty="0" err="1">
                <a:solidFill>
                  <a:schemeClr val="tx1">
                    <a:lumMod val="75000"/>
                    <a:lumOff val="25000"/>
                  </a:schemeClr>
                </a:solidFill>
                <a:effectLst/>
                <a:latin typeface="JetBrains Mono"/>
              </a:rPr>
              <a:t>Trial.suggest_categorical</a:t>
            </a:r>
            <a:r>
              <a:rPr lang="en-GB" noProof="0" dirty="0">
                <a:solidFill>
                  <a:srgbClr val="A9B7C6"/>
                </a:solidFill>
                <a:effectLst/>
                <a:latin typeface="JetBrains Mono"/>
              </a:rPr>
              <a:t>(</a:t>
            </a:r>
            <a:r>
              <a:rPr lang="en-GB" noProof="0" dirty="0">
                <a:solidFill>
                  <a:schemeClr val="tx2">
                    <a:lumMod val="60000"/>
                    <a:lumOff val="40000"/>
                  </a:schemeClr>
                </a:solidFill>
                <a:effectLst/>
                <a:latin typeface="JetBrains Mono"/>
              </a:rPr>
              <a:t>string</a:t>
            </a:r>
            <a:r>
              <a:rPr lang="en-GB" noProof="0" dirty="0">
                <a:solidFill>
                  <a:srgbClr val="A9B7C6"/>
                </a:solidFill>
                <a:effectLst/>
                <a:latin typeface="JetBrains Mono"/>
              </a:rPr>
              <a:t> </a:t>
            </a:r>
            <a:r>
              <a:rPr lang="en-GB" noProof="0" dirty="0">
                <a:solidFill>
                  <a:schemeClr val="tx1">
                    <a:lumMod val="50000"/>
                    <a:lumOff val="50000"/>
                  </a:schemeClr>
                </a:solidFill>
                <a:effectLst/>
                <a:latin typeface="JetBrains Mono"/>
              </a:rPr>
              <a:t>name</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low</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high</a:t>
            </a:r>
            <a:r>
              <a:rPr lang="en-GB" noProof="0" dirty="0">
                <a:solidFill>
                  <a:srgbClr val="A9B7C6"/>
                </a:solidFill>
                <a:effectLst/>
                <a:latin typeface="JetBrains Mono"/>
              </a:rPr>
              <a:t>)</a:t>
            </a:r>
          </a:p>
        </p:txBody>
      </p:sp>
    </p:spTree>
    <p:extLst>
      <p:ext uri="{BB962C8B-B14F-4D97-AF65-F5344CB8AC3E}">
        <p14:creationId xmlns:p14="http://schemas.microsoft.com/office/powerpoint/2010/main" val="435411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80949-D282-A640-7811-371BE5500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89019-11A4-D39E-5788-BFC494346846}"/>
              </a:ext>
            </a:extLst>
          </p:cNvPr>
          <p:cNvSpPr>
            <a:spLocks noGrp="1"/>
          </p:cNvSpPr>
          <p:nvPr>
            <p:ph type="title"/>
          </p:nvPr>
        </p:nvSpPr>
        <p:spPr/>
        <p:txBody>
          <a:bodyPr/>
          <a:lstStyle/>
          <a:p>
            <a:r>
              <a:rPr lang="en-GB" noProof="0" dirty="0"/>
              <a:t>Studies</a:t>
            </a:r>
          </a:p>
        </p:txBody>
      </p:sp>
      <p:sp>
        <p:nvSpPr>
          <p:cNvPr id="3" name="Content Placeholder 2">
            <a:extLst>
              <a:ext uri="{FF2B5EF4-FFF2-40B4-BE49-F238E27FC236}">
                <a16:creationId xmlns:a16="http://schemas.microsoft.com/office/drawing/2014/main" id="{E8D351D2-1F56-FEC5-1E36-98F26E795851}"/>
              </a:ext>
            </a:extLst>
          </p:cNvPr>
          <p:cNvSpPr>
            <a:spLocks noGrp="1"/>
          </p:cNvSpPr>
          <p:nvPr>
            <p:ph idx="1"/>
          </p:nvPr>
        </p:nvSpPr>
        <p:spPr/>
        <p:txBody>
          <a:bodyPr>
            <a:normAutofit/>
          </a:bodyPr>
          <a:lstStyle/>
          <a:p>
            <a:pPr marL="0" indent="0">
              <a:buNone/>
            </a:pPr>
            <a:r>
              <a:rPr lang="en-GB" noProof="0" dirty="0"/>
              <a:t>…That can be optimized:</a:t>
            </a:r>
          </a:p>
          <a:p>
            <a:pPr marL="0" indent="0">
              <a:buNone/>
            </a:pPr>
            <a:endParaRPr lang="en-GB" noProof="0" dirty="0"/>
          </a:p>
          <a:p>
            <a:pPr marL="0" indent="0">
              <a:buNone/>
            </a:pPr>
            <a:r>
              <a:rPr lang="en-GB" noProof="0" dirty="0" err="1">
                <a:solidFill>
                  <a:schemeClr val="tx1">
                    <a:lumMod val="75000"/>
                    <a:lumOff val="25000"/>
                  </a:schemeClr>
                </a:solidFill>
                <a:latin typeface="JetBrains Mono"/>
              </a:rPr>
              <a:t>study.optimize</a:t>
            </a:r>
            <a:r>
              <a:rPr lang="en-GB" noProof="0" dirty="0">
                <a:solidFill>
                  <a:srgbClr val="A9B7C6"/>
                </a:solidFill>
                <a:latin typeface="JetBrains Mono"/>
              </a:rPr>
              <a:t>(</a:t>
            </a:r>
          </a:p>
          <a:p>
            <a:pPr marL="0" indent="0">
              <a:buNone/>
            </a:pPr>
            <a:r>
              <a:rPr lang="en-GB" noProof="0" dirty="0">
                <a:solidFill>
                  <a:srgbClr val="A9B7C6"/>
                </a:solidFill>
                <a:latin typeface="JetBrains Mono"/>
              </a:rPr>
              <a:t>			</a:t>
            </a:r>
            <a:r>
              <a:rPr lang="en-GB" noProof="0" dirty="0" err="1">
                <a:solidFill>
                  <a:schemeClr val="tx2">
                    <a:lumMod val="60000"/>
                    <a:lumOff val="40000"/>
                  </a:schemeClr>
                </a:solidFill>
                <a:latin typeface="JetBrains Mono"/>
              </a:rPr>
              <a:t>func</a:t>
            </a:r>
            <a:r>
              <a:rPr lang="en-GB" noProof="0" dirty="0">
                <a:solidFill>
                  <a:srgbClr val="A9B7C6"/>
                </a:solidFill>
                <a:latin typeface="JetBrains Mono"/>
              </a:rPr>
              <a:t>,</a:t>
            </a:r>
            <a:r>
              <a:rPr lang="en-GB" noProof="0" dirty="0">
                <a:solidFill>
                  <a:srgbClr val="00B050"/>
                </a:solidFill>
                <a:latin typeface="JetBrains Mono"/>
              </a:rPr>
              <a:t> &lt;Objective function to optimize.</a:t>
            </a:r>
            <a:endParaRPr lang="en-GB" noProof="0" dirty="0">
              <a:solidFill>
                <a:srgbClr val="A9B7C6"/>
              </a:solidFill>
              <a:latin typeface="JetBrains Mono"/>
            </a:endParaRPr>
          </a:p>
          <a:p>
            <a:pPr marL="0" indent="0">
              <a:buNone/>
            </a:pPr>
            <a:r>
              <a:rPr lang="en-GB" noProof="0" dirty="0">
                <a:solidFill>
                  <a:srgbClr val="A9B7C6"/>
                </a:solidFill>
                <a:latin typeface="JetBrains Mono"/>
              </a:rPr>
              <a:t>			</a:t>
            </a:r>
            <a:r>
              <a:rPr lang="en-GB" noProof="0" dirty="0">
                <a:solidFill>
                  <a:schemeClr val="tx2">
                    <a:lumMod val="60000"/>
                    <a:lumOff val="40000"/>
                  </a:schemeClr>
                </a:solidFill>
                <a:latin typeface="JetBrains Mono"/>
              </a:rPr>
              <a:t>int</a:t>
            </a:r>
            <a:r>
              <a:rPr lang="en-GB" noProof="0" dirty="0">
                <a:solidFill>
                  <a:srgbClr val="A9B7C6"/>
                </a:solidFill>
                <a:latin typeface="JetBrains Mono"/>
              </a:rPr>
              <a:t> </a:t>
            </a:r>
            <a:r>
              <a:rPr lang="en-GB" noProof="0" dirty="0" err="1">
                <a:solidFill>
                  <a:schemeClr val="tx1">
                    <a:lumMod val="50000"/>
                    <a:lumOff val="50000"/>
                  </a:schemeClr>
                </a:solidFill>
                <a:latin typeface="JetBrains Mono"/>
              </a:rPr>
              <a:t>n_trials</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A9B7C6"/>
                </a:solidFill>
                <a:latin typeface="JetBrains Mono"/>
              </a:rPr>
              <a:t>, </a:t>
            </a:r>
            <a:r>
              <a:rPr lang="en-GB" noProof="0" dirty="0">
                <a:solidFill>
                  <a:srgbClr val="00B050"/>
                </a:solidFill>
                <a:latin typeface="JetBrains Mono"/>
              </a:rPr>
              <a:t>&lt;Number of trials to run.</a:t>
            </a:r>
            <a:endParaRPr lang="en-GB" noProof="0" dirty="0">
              <a:solidFill>
                <a:srgbClr val="A9B7C6"/>
              </a:solidFill>
              <a:latin typeface="JetBrains Mono"/>
            </a:endParaRPr>
          </a:p>
          <a:p>
            <a:pPr marL="0" indent="0">
              <a:buNone/>
            </a:pPr>
            <a:r>
              <a:rPr lang="en-GB" noProof="0" dirty="0">
                <a:solidFill>
                  <a:srgbClr val="A9B7C6"/>
                </a:solidFill>
                <a:latin typeface="JetBrains Mono"/>
              </a:rPr>
              <a:t>			</a:t>
            </a:r>
            <a:r>
              <a:rPr lang="en-GB" noProof="0" dirty="0">
                <a:solidFill>
                  <a:schemeClr val="tx2">
                    <a:lumMod val="60000"/>
                    <a:lumOff val="40000"/>
                  </a:schemeClr>
                </a:solidFill>
                <a:latin typeface="JetBrains Mono"/>
              </a:rPr>
              <a:t>float</a:t>
            </a:r>
            <a:r>
              <a:rPr lang="en-GB" noProof="0" dirty="0">
                <a:solidFill>
                  <a:srgbClr val="A9B7C6"/>
                </a:solidFill>
                <a:latin typeface="JetBrains Mono"/>
              </a:rPr>
              <a:t> </a:t>
            </a:r>
            <a:r>
              <a:rPr lang="en-GB" noProof="0" dirty="0">
                <a:solidFill>
                  <a:schemeClr val="tx1">
                    <a:lumMod val="50000"/>
                    <a:lumOff val="50000"/>
                  </a:schemeClr>
                </a:solidFill>
                <a:latin typeface="JetBrains Mono"/>
              </a:rPr>
              <a:t>timeout</a:t>
            </a:r>
            <a:r>
              <a:rPr lang="en-GB" noProof="0" dirty="0">
                <a:solidFill>
                  <a:srgbClr val="A9B7C6"/>
                </a:solidFill>
                <a:latin typeface="JetBrains Mono"/>
              </a:rPr>
              <a:t>= </a:t>
            </a:r>
            <a:r>
              <a:rPr lang="en-GB" noProof="0" dirty="0">
                <a:solidFill>
                  <a:srgbClr val="FFC000"/>
                </a:solidFill>
                <a:latin typeface="JetBrains Mono"/>
              </a:rPr>
              <a:t>None</a:t>
            </a:r>
            <a:r>
              <a:rPr lang="en-GB" noProof="0" dirty="0">
                <a:solidFill>
                  <a:srgbClr val="A9B7C6"/>
                </a:solidFill>
                <a:latin typeface="JetBrains Mono"/>
              </a:rPr>
              <a:t> </a:t>
            </a:r>
            <a:r>
              <a:rPr lang="en-GB" noProof="0" dirty="0">
                <a:solidFill>
                  <a:srgbClr val="00B050"/>
                </a:solidFill>
                <a:latin typeface="JetBrains Mono"/>
              </a:rPr>
              <a:t>&lt;Maximum time allowed to optimize study.</a:t>
            </a:r>
            <a:endParaRPr lang="en-GB" noProof="0" dirty="0">
              <a:solidFill>
                <a:srgbClr val="A9B7C6"/>
              </a:solidFill>
              <a:latin typeface="JetBrains Mono"/>
            </a:endParaRPr>
          </a:p>
          <a:p>
            <a:pPr marL="0" indent="0">
              <a:buNone/>
            </a:pPr>
            <a:r>
              <a:rPr lang="en-GB" noProof="0" dirty="0">
                <a:solidFill>
                  <a:srgbClr val="A9B7C6"/>
                </a:solidFill>
                <a:latin typeface="JetBrains Mono"/>
              </a:rPr>
              <a:t>			)</a:t>
            </a:r>
          </a:p>
          <a:p>
            <a:pPr marL="0" indent="0">
              <a:buNone/>
            </a:pPr>
            <a:endParaRPr lang="en-GB" noProof="0" dirty="0"/>
          </a:p>
          <a:p>
            <a:pPr marL="0" indent="0">
              <a:buNone/>
            </a:pPr>
            <a:r>
              <a:rPr lang="en-GB" i="1" noProof="0" dirty="0">
                <a:solidFill>
                  <a:schemeClr val="bg1">
                    <a:lumMod val="50000"/>
                  </a:schemeClr>
                </a:solidFill>
              </a:rPr>
              <a:t>(Additional arguments available…)</a:t>
            </a:r>
          </a:p>
          <a:p>
            <a:pPr marL="0" indent="0">
              <a:buNone/>
            </a:pPr>
            <a:endParaRPr lang="en-GB" noProof="0" dirty="0"/>
          </a:p>
        </p:txBody>
      </p:sp>
    </p:spTree>
    <p:extLst>
      <p:ext uri="{BB962C8B-B14F-4D97-AF65-F5344CB8AC3E}">
        <p14:creationId xmlns:p14="http://schemas.microsoft.com/office/powerpoint/2010/main" val="231566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DC8-EA0A-9258-724D-EAE75B390DEE}"/>
              </a:ext>
            </a:extLst>
          </p:cNvPr>
          <p:cNvSpPr>
            <a:spLocks noGrp="1"/>
          </p:cNvSpPr>
          <p:nvPr>
            <p:ph type="title"/>
          </p:nvPr>
        </p:nvSpPr>
        <p:spPr/>
        <p:txBody>
          <a:bodyPr/>
          <a:lstStyle/>
          <a:p>
            <a:r>
              <a:rPr lang="en-GB" noProof="0" dirty="0"/>
              <a:t>Objectives</a:t>
            </a:r>
          </a:p>
        </p:txBody>
      </p:sp>
      <p:sp>
        <p:nvSpPr>
          <p:cNvPr id="3" name="Content Placeholder 2">
            <a:extLst>
              <a:ext uri="{FF2B5EF4-FFF2-40B4-BE49-F238E27FC236}">
                <a16:creationId xmlns:a16="http://schemas.microsoft.com/office/drawing/2014/main" id="{3A6F9446-6C42-B0D5-4679-CDFA04EE9488}"/>
              </a:ext>
            </a:extLst>
          </p:cNvPr>
          <p:cNvSpPr>
            <a:spLocks noGrp="1"/>
          </p:cNvSpPr>
          <p:nvPr>
            <p:ph idx="1"/>
          </p:nvPr>
        </p:nvSpPr>
        <p:spPr/>
        <p:txBody>
          <a:bodyPr>
            <a:normAutofit fontScale="92500" lnSpcReduction="10000"/>
          </a:bodyPr>
          <a:lstStyle/>
          <a:p>
            <a:r>
              <a:rPr lang="en-GB" noProof="0" dirty="0"/>
              <a:t>Define an objective function that returns the metric(s) being maximized/minimized.</a:t>
            </a:r>
          </a:p>
          <a:p>
            <a:r>
              <a:rPr lang="en-GB" noProof="0" dirty="0"/>
              <a:t>You may use an individual objective function or define it as a method on a class which can be useful for handling additional parameters and configurations inside the objective function.</a:t>
            </a:r>
          </a:p>
          <a:p>
            <a:r>
              <a:rPr lang="en-GB" noProof="0" dirty="0"/>
              <a:t>The function should have a trial argument which passes a trial object that handles the current optimization attempt.</a:t>
            </a:r>
          </a:p>
          <a:p>
            <a:pPr marL="0" indent="0">
              <a:buNone/>
            </a:pPr>
            <a:endParaRPr lang="en-GB" noProof="0" dirty="0"/>
          </a:p>
          <a:p>
            <a:pPr marL="0" indent="0">
              <a:buNone/>
            </a:pPr>
            <a:r>
              <a:rPr lang="en-GB" noProof="0" dirty="0"/>
              <a:t>Ex: Loss,  accuracy, additional costs in time or resources.</a:t>
            </a:r>
          </a:p>
          <a:p>
            <a:pPr marL="0" indent="0">
              <a:buNone/>
            </a:pPr>
            <a:endParaRPr lang="en-GB" noProof="0" dirty="0"/>
          </a:p>
          <a:p>
            <a:pPr marL="0" indent="0">
              <a:buNone/>
            </a:pPr>
            <a:endParaRPr lang="en-GB" noProof="0" dirty="0"/>
          </a:p>
          <a:p>
            <a:pPr marL="0" indent="0">
              <a:buNone/>
            </a:pPr>
            <a:endParaRPr lang="en-GB" noProof="0" dirty="0"/>
          </a:p>
          <a:p>
            <a:endParaRPr lang="en-GB" noProof="0" dirty="0"/>
          </a:p>
          <a:p>
            <a:pPr marL="0" indent="0">
              <a:buNone/>
            </a:pPr>
            <a:r>
              <a:rPr lang="en-GB" noProof="0" dirty="0"/>
              <a:t> </a:t>
            </a:r>
          </a:p>
        </p:txBody>
      </p:sp>
    </p:spTree>
    <p:extLst>
      <p:ext uri="{BB962C8B-B14F-4D97-AF65-F5344CB8AC3E}">
        <p14:creationId xmlns:p14="http://schemas.microsoft.com/office/powerpoint/2010/main" val="3769769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FFFD3-238B-612A-2C5D-75AD65071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CF6DC-D8BD-3491-7E06-8BB5ADAC43D6}"/>
              </a:ext>
            </a:extLst>
          </p:cNvPr>
          <p:cNvSpPr>
            <a:spLocks noGrp="1"/>
          </p:cNvSpPr>
          <p:nvPr>
            <p:ph type="title"/>
          </p:nvPr>
        </p:nvSpPr>
        <p:spPr/>
        <p:txBody>
          <a:bodyPr>
            <a:normAutofit/>
          </a:bodyPr>
          <a:lstStyle/>
          <a:p>
            <a:r>
              <a:rPr lang="en-GB" noProof="0" dirty="0"/>
              <a:t>Ex:  Defining our objective</a:t>
            </a:r>
          </a:p>
        </p:txBody>
      </p:sp>
      <p:sp>
        <p:nvSpPr>
          <p:cNvPr id="3" name="Content Placeholder 2">
            <a:extLst>
              <a:ext uri="{FF2B5EF4-FFF2-40B4-BE49-F238E27FC236}">
                <a16:creationId xmlns:a16="http://schemas.microsoft.com/office/drawing/2014/main" id="{0A899828-C16E-AA95-A30E-C5EB74C22B62}"/>
              </a:ext>
            </a:extLst>
          </p:cNvPr>
          <p:cNvSpPr>
            <a:spLocks noGrp="1"/>
          </p:cNvSpPr>
          <p:nvPr>
            <p:ph idx="1"/>
          </p:nvPr>
        </p:nvSpPr>
        <p:spPr/>
        <p:txBody>
          <a:bodyPr vert="horz" lIns="91440" tIns="45720" rIns="91440" bIns="45720" rtlCol="0" anchor="t">
            <a:normAutofit fontScale="85000" lnSpcReduction="20000"/>
          </a:bodyPr>
          <a:lstStyle/>
          <a:p>
            <a:pPr marL="0" indent="0">
              <a:buNone/>
            </a:pPr>
            <a:endParaRPr lang="en-GB" sz="2200" noProof="0" dirty="0"/>
          </a:p>
          <a:p>
            <a:pPr marL="600075" lvl="2" indent="0">
              <a:buNone/>
            </a:pPr>
            <a:r>
              <a:rPr lang="en-GB" sz="2200" noProof="0" dirty="0"/>
              <a:t>def </a:t>
            </a:r>
            <a:r>
              <a:rPr lang="en-GB" sz="2200" noProof="0" dirty="0">
                <a:solidFill>
                  <a:srgbClr val="00B050"/>
                </a:solidFill>
              </a:rPr>
              <a:t>objective</a:t>
            </a:r>
            <a:r>
              <a:rPr lang="en-GB" sz="2200" noProof="0" dirty="0"/>
              <a:t>(</a:t>
            </a:r>
            <a:r>
              <a:rPr lang="en-GB" sz="2200" noProof="0" dirty="0">
                <a:solidFill>
                  <a:schemeClr val="accent5">
                    <a:lumMod val="60000"/>
                    <a:lumOff val="40000"/>
                  </a:schemeClr>
                </a:solidFill>
              </a:rPr>
              <a:t>trial</a:t>
            </a:r>
            <a:r>
              <a:rPr lang="en-GB" sz="2200" noProof="0" dirty="0"/>
              <a:t> : </a:t>
            </a:r>
            <a:r>
              <a:rPr lang="en-GB" sz="2200" noProof="0" dirty="0" err="1"/>
              <a:t>optuna.trial.Trial</a:t>
            </a:r>
            <a:r>
              <a:rPr lang="en-GB" sz="2200" noProof="0" dirty="0"/>
              <a:t>):</a:t>
            </a:r>
          </a:p>
          <a:p>
            <a:pPr marL="600075" lvl="2" indent="0">
              <a:buNone/>
            </a:pPr>
            <a:br>
              <a:rPr lang="en-GB" sz="2200" noProof="0" dirty="0"/>
            </a:br>
            <a:r>
              <a:rPr lang="en-GB" sz="2200" noProof="0" dirty="0"/>
              <a:t>   	</a:t>
            </a:r>
            <a:r>
              <a:rPr lang="en-GB" sz="2200" noProof="0" dirty="0" err="1"/>
              <a:t>number_of_layers</a:t>
            </a:r>
            <a:r>
              <a:rPr lang="en-GB" sz="2200" noProof="0" dirty="0"/>
              <a:t> = </a:t>
            </a:r>
            <a:r>
              <a:rPr lang="en-GB" sz="2200" noProof="0" dirty="0" err="1">
                <a:solidFill>
                  <a:schemeClr val="accent5">
                    <a:lumMod val="60000"/>
                    <a:lumOff val="40000"/>
                  </a:schemeClr>
                </a:solidFill>
              </a:rPr>
              <a:t>trial</a:t>
            </a:r>
            <a:r>
              <a:rPr lang="en-GB" sz="2200" noProof="0" dirty="0" err="1"/>
              <a:t>.suggest_int</a:t>
            </a:r>
            <a:r>
              <a:rPr lang="en-GB" sz="2200" noProof="0" dirty="0"/>
              <a:t>(name=“</a:t>
            </a:r>
            <a:r>
              <a:rPr lang="en-GB" sz="2200" noProof="0" dirty="0" err="1"/>
              <a:t>n_layers</a:t>
            </a:r>
            <a:r>
              <a:rPr lang="en-GB" sz="2200" noProof="0" dirty="0"/>
              <a:t>”, low = 1, high = 5)</a:t>
            </a:r>
          </a:p>
          <a:p>
            <a:pPr marL="600075" lvl="2" indent="0">
              <a:buNone/>
            </a:pPr>
            <a:br>
              <a:rPr lang="en-GB" sz="2200" noProof="0" dirty="0"/>
            </a:br>
            <a:r>
              <a:rPr lang="en-GB" sz="2200" noProof="0" dirty="0"/>
              <a:t>   	dropout = </a:t>
            </a:r>
            <a:r>
              <a:rPr lang="en-GB" sz="2200" noProof="0" dirty="0" err="1">
                <a:solidFill>
                  <a:schemeClr val="accent5">
                    <a:lumMod val="60000"/>
                    <a:lumOff val="40000"/>
                  </a:schemeClr>
                </a:solidFill>
              </a:rPr>
              <a:t>trial</a:t>
            </a:r>
            <a:r>
              <a:rPr lang="en-GB" sz="2200" noProof="0" dirty="0" err="1"/>
              <a:t>.suggest_float</a:t>
            </a:r>
            <a:r>
              <a:rPr lang="en-GB" sz="2200" noProof="0" dirty="0"/>
              <a:t>(name=“dropout”, low = 0.0, high = 0.5, log = True)</a:t>
            </a:r>
          </a:p>
          <a:p>
            <a:pPr marL="600075" lvl="2" indent="0">
              <a:buNone/>
            </a:pPr>
            <a:br>
              <a:rPr lang="en-GB" sz="2200" noProof="0" dirty="0"/>
            </a:br>
            <a:r>
              <a:rPr lang="en-GB" sz="2200" noProof="0" dirty="0"/>
              <a:t>   	</a:t>
            </a:r>
            <a:r>
              <a:rPr lang="en-GB" sz="2200" noProof="0" dirty="0" err="1"/>
              <a:t>learning_rate</a:t>
            </a:r>
            <a:r>
              <a:rPr lang="en-GB" sz="2200" noProof="0" dirty="0"/>
              <a:t> = </a:t>
            </a:r>
            <a:r>
              <a:rPr lang="en-GB" sz="2200" noProof="0" dirty="0" err="1">
                <a:solidFill>
                  <a:schemeClr val="accent5">
                    <a:lumMod val="60000"/>
                    <a:lumOff val="40000"/>
                  </a:schemeClr>
                </a:solidFill>
              </a:rPr>
              <a:t>trial</a:t>
            </a:r>
            <a:r>
              <a:rPr lang="en-GB" sz="2200" noProof="0" dirty="0" err="1"/>
              <a:t>.suggest_float</a:t>
            </a:r>
            <a:r>
              <a:rPr lang="en-GB" sz="2200" noProof="0" dirty="0"/>
              <a:t>(name="</a:t>
            </a:r>
            <a:r>
              <a:rPr lang="en-GB" sz="2200" noProof="0" dirty="0" err="1"/>
              <a:t>learning_rate</a:t>
            </a:r>
            <a:r>
              <a:rPr lang="en-GB" sz="2200" noProof="0" dirty="0"/>
              <a:t>", low = 1e-5, high= 1e-2, log = True)</a:t>
            </a:r>
          </a:p>
          <a:p>
            <a:pPr marL="600075" lvl="2" indent="0">
              <a:buNone/>
            </a:pPr>
            <a:br>
              <a:rPr lang="en-GB" sz="2200" noProof="0" dirty="0"/>
            </a:br>
            <a:r>
              <a:rPr lang="en-GB" sz="2200" noProof="0" dirty="0"/>
              <a:t>   	model = </a:t>
            </a:r>
            <a:r>
              <a:rPr lang="en-GB" sz="2200" noProof="0" dirty="0" err="1"/>
              <a:t>my_model</a:t>
            </a:r>
            <a:r>
              <a:rPr lang="en-GB" sz="2200" noProof="0" dirty="0"/>
              <a:t>(</a:t>
            </a:r>
            <a:r>
              <a:rPr lang="en-GB" sz="2200" noProof="0" dirty="0" err="1"/>
              <a:t>number_of_layers,dropout,learning_rate</a:t>
            </a:r>
            <a:r>
              <a:rPr lang="en-GB" sz="2200" noProof="0" dirty="0"/>
              <a:t>)</a:t>
            </a:r>
          </a:p>
          <a:p>
            <a:pPr marL="600075" lvl="2" indent="0">
              <a:buNone/>
            </a:pPr>
            <a:endParaRPr lang="en-GB" sz="2200" noProof="0" dirty="0"/>
          </a:p>
          <a:p>
            <a:pPr marL="600075" lvl="2" indent="0">
              <a:buNone/>
            </a:pPr>
            <a:r>
              <a:rPr lang="en-GB" sz="2200" noProof="0" dirty="0"/>
              <a:t>		</a:t>
            </a:r>
            <a:r>
              <a:rPr lang="en-GB" sz="2200" noProof="0" dirty="0">
                <a:solidFill>
                  <a:srgbClr val="FFC000"/>
                </a:solidFill>
              </a:rPr>
              <a:t>result</a:t>
            </a:r>
            <a:r>
              <a:rPr lang="en-GB" sz="2200" noProof="0" dirty="0"/>
              <a:t> = </a:t>
            </a:r>
            <a:r>
              <a:rPr lang="en-GB" sz="2200" noProof="0" dirty="0" err="1"/>
              <a:t>model.train</a:t>
            </a:r>
            <a:r>
              <a:rPr lang="en-GB" sz="2200" noProof="0" dirty="0"/>
              <a:t>()</a:t>
            </a:r>
          </a:p>
          <a:p>
            <a:pPr marL="600075" lvl="2" indent="0">
              <a:buNone/>
            </a:pPr>
            <a:endParaRPr lang="en-GB" sz="2200" noProof="0" dirty="0"/>
          </a:p>
          <a:p>
            <a:pPr marL="600075" lvl="2" indent="0">
              <a:buNone/>
            </a:pPr>
            <a:r>
              <a:rPr lang="en-GB" sz="2200" noProof="0" dirty="0"/>
              <a:t>		return(</a:t>
            </a:r>
            <a:r>
              <a:rPr lang="en-GB" sz="2200" noProof="0" dirty="0">
                <a:solidFill>
                  <a:srgbClr val="FFC000"/>
                </a:solidFill>
              </a:rPr>
              <a:t>result</a:t>
            </a:r>
            <a:r>
              <a:rPr lang="en-GB" sz="2200" noProof="0" dirty="0"/>
              <a:t>)</a:t>
            </a:r>
          </a:p>
          <a:p>
            <a:pPr marL="600075" lvl="2" indent="0">
              <a:buNone/>
            </a:pPr>
            <a:endParaRPr lang="en-GB" noProof="0" dirty="0"/>
          </a:p>
          <a:p>
            <a:pPr marL="0" indent="0">
              <a:buNone/>
            </a:pPr>
            <a:r>
              <a:rPr lang="en-GB" noProof="0" dirty="0"/>
              <a:t>	</a:t>
            </a:r>
          </a:p>
        </p:txBody>
      </p:sp>
    </p:spTree>
    <p:extLst>
      <p:ext uri="{BB962C8B-B14F-4D97-AF65-F5344CB8AC3E}">
        <p14:creationId xmlns:p14="http://schemas.microsoft.com/office/powerpoint/2010/main" val="3245070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C928A-32A0-44A2-362E-D05E49E93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BAF41-01B4-CC2F-109A-41EEB0C395D2}"/>
              </a:ext>
            </a:extLst>
          </p:cNvPr>
          <p:cNvSpPr>
            <a:spLocks noGrp="1"/>
          </p:cNvSpPr>
          <p:nvPr>
            <p:ph type="title"/>
          </p:nvPr>
        </p:nvSpPr>
        <p:spPr/>
        <p:txBody>
          <a:bodyPr/>
          <a:lstStyle/>
          <a:p>
            <a:r>
              <a:rPr lang="en-GB" noProof="0" dirty="0"/>
              <a:t>Ex:  Defining and running our study</a:t>
            </a:r>
          </a:p>
        </p:txBody>
      </p:sp>
      <p:sp>
        <p:nvSpPr>
          <p:cNvPr id="3" name="Content Placeholder 2">
            <a:extLst>
              <a:ext uri="{FF2B5EF4-FFF2-40B4-BE49-F238E27FC236}">
                <a16:creationId xmlns:a16="http://schemas.microsoft.com/office/drawing/2014/main" id="{F7F039C3-FA65-B4C7-4B69-D4571E1B3FB5}"/>
              </a:ext>
            </a:extLst>
          </p:cNvPr>
          <p:cNvSpPr>
            <a:spLocks noGrp="1"/>
          </p:cNvSpPr>
          <p:nvPr>
            <p:ph idx="1"/>
          </p:nvPr>
        </p:nvSpPr>
        <p:spPr/>
        <p:txBody>
          <a:bodyPr vert="horz" lIns="91440" tIns="45720" rIns="91440" bIns="45720" rtlCol="0" anchor="t">
            <a:normAutofit/>
          </a:bodyPr>
          <a:lstStyle/>
          <a:p>
            <a:pPr marL="0" indent="0">
              <a:buNone/>
            </a:pPr>
            <a:r>
              <a:rPr lang="en-GB" noProof="0" dirty="0"/>
              <a:t> </a:t>
            </a:r>
          </a:p>
          <a:p>
            <a:pPr marL="600075" lvl="2" indent="0">
              <a:buNone/>
            </a:pPr>
            <a:r>
              <a:rPr lang="en-GB" sz="2000" noProof="0" dirty="0">
                <a:solidFill>
                  <a:schemeClr val="accent1">
                    <a:lumMod val="60000"/>
                    <a:lumOff val="40000"/>
                  </a:schemeClr>
                </a:solidFill>
              </a:rPr>
              <a:t>Study</a:t>
            </a:r>
            <a:r>
              <a:rPr lang="en-GB" sz="2000" noProof="0" dirty="0"/>
              <a:t>=</a:t>
            </a:r>
            <a:r>
              <a:rPr lang="en-GB" sz="2000" noProof="0" dirty="0" err="1"/>
              <a:t>optuna.create_study</a:t>
            </a:r>
            <a:r>
              <a:rPr lang="en-GB" sz="2000" noProof="0" dirty="0"/>
              <a:t>(direction=“minimize”)</a:t>
            </a:r>
          </a:p>
          <a:p>
            <a:pPr marL="600075" lvl="2" indent="0">
              <a:buNone/>
            </a:pPr>
            <a:endParaRPr lang="en-GB" sz="2000" noProof="0" dirty="0"/>
          </a:p>
          <a:p>
            <a:pPr marL="600075" lvl="2" indent="0">
              <a:buNone/>
            </a:pPr>
            <a:r>
              <a:rPr lang="en-GB" sz="2000" noProof="0" dirty="0" err="1">
                <a:solidFill>
                  <a:schemeClr val="accent1">
                    <a:lumMod val="60000"/>
                    <a:lumOff val="40000"/>
                  </a:schemeClr>
                </a:solidFill>
              </a:rPr>
              <a:t>Study</a:t>
            </a:r>
            <a:r>
              <a:rPr lang="en-GB" sz="2000" noProof="0" dirty="0" err="1"/>
              <a:t>.optimize</a:t>
            </a:r>
            <a:r>
              <a:rPr lang="en-GB" sz="2000" noProof="0" dirty="0"/>
              <a:t>(</a:t>
            </a:r>
            <a:r>
              <a:rPr lang="en-GB" sz="2000" noProof="0" dirty="0">
                <a:solidFill>
                  <a:srgbClr val="00B050"/>
                </a:solidFill>
              </a:rPr>
              <a:t>objective</a:t>
            </a:r>
            <a:r>
              <a:rPr lang="en-GB" sz="2000" noProof="0" dirty="0"/>
              <a:t>, </a:t>
            </a:r>
            <a:r>
              <a:rPr lang="en-GB" sz="2000" noProof="0" dirty="0" err="1"/>
              <a:t>n_trials</a:t>
            </a:r>
            <a:r>
              <a:rPr lang="en-GB" sz="2000" noProof="0" dirty="0"/>
              <a:t>=50)</a:t>
            </a:r>
          </a:p>
          <a:p>
            <a:pPr marL="0" indent="0">
              <a:buNone/>
            </a:pPr>
            <a:r>
              <a:rPr lang="en-GB" sz="2000" noProof="0" dirty="0"/>
              <a:t>	</a:t>
            </a:r>
          </a:p>
        </p:txBody>
      </p:sp>
    </p:spTree>
    <p:extLst>
      <p:ext uri="{BB962C8B-B14F-4D97-AF65-F5344CB8AC3E}">
        <p14:creationId xmlns:p14="http://schemas.microsoft.com/office/powerpoint/2010/main" val="2604316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EF7FF-DE36-7A0D-8865-90E68EDC56F7}"/>
              </a:ext>
            </a:extLst>
          </p:cNvPr>
          <p:cNvSpPr>
            <a:spLocks noGrp="1"/>
          </p:cNvSpPr>
          <p:nvPr>
            <p:ph type="title"/>
          </p:nvPr>
        </p:nvSpPr>
        <p:spPr/>
        <p:txBody>
          <a:bodyPr/>
          <a:lstStyle/>
          <a:p>
            <a:r>
              <a:rPr lang="en-GB" noProof="0" dirty="0" err="1"/>
              <a:t>Optuna</a:t>
            </a:r>
            <a:r>
              <a:rPr lang="en-GB" noProof="0" dirty="0"/>
              <a:t> dashboard</a:t>
            </a:r>
          </a:p>
        </p:txBody>
      </p:sp>
      <p:sp>
        <p:nvSpPr>
          <p:cNvPr id="3" name="Content Placeholder 2">
            <a:extLst>
              <a:ext uri="{FF2B5EF4-FFF2-40B4-BE49-F238E27FC236}">
                <a16:creationId xmlns:a16="http://schemas.microsoft.com/office/drawing/2014/main" id="{6B3390FC-562F-BFA2-B895-78993F7CA8E3}"/>
              </a:ext>
            </a:extLst>
          </p:cNvPr>
          <p:cNvSpPr>
            <a:spLocks noGrp="1"/>
          </p:cNvSpPr>
          <p:nvPr>
            <p:ph idx="1"/>
          </p:nvPr>
        </p:nvSpPr>
        <p:spPr/>
        <p:txBody>
          <a:bodyPr>
            <a:normAutofit lnSpcReduction="10000"/>
          </a:bodyPr>
          <a:lstStyle/>
          <a:p>
            <a:r>
              <a:rPr lang="en-GB" noProof="0" dirty="0" err="1"/>
              <a:t>Optuna</a:t>
            </a:r>
            <a:r>
              <a:rPr lang="en-GB" noProof="0" dirty="0"/>
              <a:t>-dashboard is a python package that allows you to host a GUI for </a:t>
            </a:r>
            <a:r>
              <a:rPr lang="en-GB" noProof="0" dirty="0" err="1"/>
              <a:t>optuna</a:t>
            </a:r>
            <a:r>
              <a:rPr lang="en-GB" noProof="0" dirty="0"/>
              <a:t> studies, allowing for manual management and inspection.</a:t>
            </a:r>
          </a:p>
          <a:p>
            <a:r>
              <a:rPr lang="en-GB" noProof="0" dirty="0"/>
              <a:t>To host </a:t>
            </a:r>
            <a:r>
              <a:rPr lang="en-GB" noProof="0" dirty="0" err="1"/>
              <a:t>optuna</a:t>
            </a:r>
            <a:r>
              <a:rPr lang="en-GB" noProof="0" dirty="0"/>
              <a:t> dashboard using </a:t>
            </a:r>
            <a:r>
              <a:rPr lang="en-GB" noProof="0" dirty="0" err="1"/>
              <a:t>sqlite</a:t>
            </a:r>
            <a:r>
              <a:rPr lang="en-GB" noProof="0" dirty="0"/>
              <a:t> storage you may open a terminal and run: </a:t>
            </a:r>
          </a:p>
          <a:p>
            <a:pPr marL="0" indent="0">
              <a:buNone/>
            </a:pPr>
            <a:endParaRPr lang="en-GB" noProof="0" dirty="0"/>
          </a:p>
          <a:p>
            <a:pPr marL="0" indent="0">
              <a:buNone/>
            </a:pPr>
            <a:r>
              <a:rPr lang="en-GB" i="1" noProof="0" dirty="0" err="1">
                <a:solidFill>
                  <a:schemeClr val="tx2">
                    <a:lumMod val="60000"/>
                    <a:lumOff val="40000"/>
                  </a:schemeClr>
                </a:solidFill>
              </a:rPr>
              <a:t>optuna</a:t>
            </a:r>
            <a:r>
              <a:rPr lang="en-GB" i="1" noProof="0" dirty="0">
                <a:solidFill>
                  <a:schemeClr val="tx2">
                    <a:lumMod val="60000"/>
                    <a:lumOff val="40000"/>
                  </a:schemeClr>
                </a:solidFill>
              </a:rPr>
              <a:t>-dashboard  --host </a:t>
            </a:r>
            <a:r>
              <a:rPr lang="en-GB" i="1" noProof="0" dirty="0">
                <a:solidFill>
                  <a:schemeClr val="tx1">
                    <a:lumMod val="50000"/>
                    <a:lumOff val="50000"/>
                  </a:schemeClr>
                </a:solidFill>
              </a:rPr>
              <a:t>address</a:t>
            </a:r>
            <a:r>
              <a:rPr lang="en-GB" i="1" noProof="0" dirty="0">
                <a:solidFill>
                  <a:schemeClr val="tx2">
                    <a:lumMod val="60000"/>
                    <a:lumOff val="40000"/>
                  </a:schemeClr>
                </a:solidFill>
              </a:rPr>
              <a:t> –port </a:t>
            </a:r>
            <a:r>
              <a:rPr lang="en-GB" i="1" noProof="0" dirty="0" err="1">
                <a:solidFill>
                  <a:schemeClr val="tx1">
                    <a:lumMod val="50000"/>
                    <a:lumOff val="50000"/>
                  </a:schemeClr>
                </a:solidFill>
              </a:rPr>
              <a:t>portnumber</a:t>
            </a:r>
            <a:r>
              <a:rPr lang="en-GB" i="1" noProof="0" dirty="0">
                <a:solidFill>
                  <a:schemeClr val="tx2">
                    <a:lumMod val="60000"/>
                    <a:lumOff val="40000"/>
                  </a:schemeClr>
                </a:solidFill>
              </a:rPr>
              <a:t> sqlite:///</a:t>
            </a:r>
            <a:r>
              <a:rPr lang="en-GB" i="1" noProof="0" dirty="0">
                <a:solidFill>
                  <a:schemeClr val="tx1">
                    <a:lumMod val="50000"/>
                    <a:lumOff val="50000"/>
                  </a:schemeClr>
                </a:solidFill>
              </a:rPr>
              <a:t>databasename</a:t>
            </a:r>
            <a:r>
              <a:rPr lang="en-GB" i="1" noProof="0" dirty="0">
                <a:solidFill>
                  <a:schemeClr val="tx2">
                    <a:lumMod val="60000"/>
                    <a:lumOff val="40000"/>
                  </a:schemeClr>
                </a:solidFill>
              </a:rPr>
              <a:t>.db</a:t>
            </a:r>
          </a:p>
          <a:p>
            <a:pPr marL="0" indent="0">
              <a:buNone/>
            </a:pPr>
            <a:endParaRPr lang="en-GB" noProof="0" dirty="0"/>
          </a:p>
          <a:p>
            <a:pPr marL="0" indent="0">
              <a:buNone/>
            </a:pPr>
            <a:r>
              <a:rPr lang="en-GB" noProof="0" dirty="0"/>
              <a:t>For our hands on example we will host on the following address: </a:t>
            </a:r>
            <a:r>
              <a:rPr lang="en-GB" noProof="0" dirty="0">
                <a:hlinkClick r:id="rId2"/>
              </a:rPr>
              <a:t>http://127.0.0.1:8080</a:t>
            </a:r>
            <a:endParaRPr lang="en-GB" noProof="0" dirty="0"/>
          </a:p>
          <a:p>
            <a:pPr marL="0" indent="0">
              <a:buNone/>
            </a:pPr>
            <a:endParaRPr lang="en-GB" noProof="0" dirty="0"/>
          </a:p>
          <a:p>
            <a:pPr marL="0" indent="0">
              <a:buNone/>
            </a:pPr>
            <a:r>
              <a:rPr lang="en-GB" i="1" noProof="0" dirty="0" err="1">
                <a:solidFill>
                  <a:schemeClr val="tx2">
                    <a:lumMod val="60000"/>
                    <a:lumOff val="40000"/>
                  </a:schemeClr>
                </a:solidFill>
              </a:rPr>
              <a:t>optuna</a:t>
            </a:r>
            <a:r>
              <a:rPr lang="en-GB" i="1" noProof="0" dirty="0">
                <a:solidFill>
                  <a:schemeClr val="tx2">
                    <a:lumMod val="60000"/>
                    <a:lumOff val="40000"/>
                  </a:schemeClr>
                </a:solidFill>
              </a:rPr>
              <a:t>-dashboard --host 127.0.0.1 --port 8080 sqlite:///optuna_studies/optuna.db</a:t>
            </a:r>
          </a:p>
          <a:p>
            <a:pPr marL="0" indent="0">
              <a:buNone/>
            </a:pPr>
            <a:endParaRPr lang="en-GB" i="1" noProof="0" dirty="0">
              <a:solidFill>
                <a:schemeClr val="tx2">
                  <a:lumMod val="60000"/>
                  <a:lumOff val="40000"/>
                </a:schemeClr>
              </a:solidFill>
            </a:endParaRPr>
          </a:p>
          <a:p>
            <a:pPr marL="0" indent="0">
              <a:buNone/>
            </a:pPr>
            <a:r>
              <a:rPr lang="en-GB" b="1" noProof="0" dirty="0">
                <a:solidFill>
                  <a:schemeClr val="tx2">
                    <a:lumMod val="60000"/>
                    <a:lumOff val="40000"/>
                  </a:schemeClr>
                </a:solidFill>
              </a:rPr>
              <a:t>The UI should now be accessible through your browser.</a:t>
            </a:r>
          </a:p>
        </p:txBody>
      </p:sp>
    </p:spTree>
    <p:extLst>
      <p:ext uri="{BB962C8B-B14F-4D97-AF65-F5344CB8AC3E}">
        <p14:creationId xmlns:p14="http://schemas.microsoft.com/office/powerpoint/2010/main" val="1004437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8797-58EB-A07C-E476-27DBA947FE3D}"/>
              </a:ext>
            </a:extLst>
          </p:cNvPr>
          <p:cNvSpPr>
            <a:spLocks noGrp="1"/>
          </p:cNvSpPr>
          <p:nvPr>
            <p:ph type="title"/>
          </p:nvPr>
        </p:nvSpPr>
        <p:spPr/>
        <p:txBody>
          <a:bodyPr/>
          <a:lstStyle/>
          <a:p>
            <a:r>
              <a:rPr lang="en-GB" noProof="0" dirty="0"/>
              <a:t>Hands on 1):  Setting up an optimization run.</a:t>
            </a:r>
          </a:p>
        </p:txBody>
      </p:sp>
      <p:sp>
        <p:nvSpPr>
          <p:cNvPr id="3" name="Content Placeholder 2">
            <a:extLst>
              <a:ext uri="{FF2B5EF4-FFF2-40B4-BE49-F238E27FC236}">
                <a16:creationId xmlns:a16="http://schemas.microsoft.com/office/drawing/2014/main" id="{0AD97FF2-52B3-77C9-A80E-4172D8CDA29B}"/>
              </a:ext>
            </a:extLst>
          </p:cNvPr>
          <p:cNvSpPr>
            <a:spLocks noGrp="1"/>
          </p:cNvSpPr>
          <p:nvPr>
            <p:ph idx="1"/>
          </p:nvPr>
        </p:nvSpPr>
        <p:spPr/>
        <p:txBody>
          <a:bodyPr/>
          <a:lstStyle/>
          <a:p>
            <a:pPr marL="0" indent="0">
              <a:buNone/>
            </a:pPr>
            <a:r>
              <a:rPr lang="en-GB" noProof="0" dirty="0"/>
              <a:t>Checkout Tutorial-1.</a:t>
            </a:r>
          </a:p>
          <a:p>
            <a:pPr marL="0" indent="0">
              <a:buNone/>
            </a:pPr>
            <a:r>
              <a:rPr lang="en-GB" noProof="0" dirty="0"/>
              <a:t>Covers:</a:t>
            </a:r>
          </a:p>
          <a:p>
            <a:r>
              <a:rPr lang="en-GB" noProof="0" dirty="0"/>
              <a:t>Defining our objective.</a:t>
            </a:r>
          </a:p>
          <a:p>
            <a:r>
              <a:rPr lang="en-GB" noProof="0" dirty="0"/>
              <a:t>Making suggestions.</a:t>
            </a:r>
          </a:p>
          <a:p>
            <a:r>
              <a:rPr lang="en-GB" noProof="0" dirty="0"/>
              <a:t>Setting up study.</a:t>
            </a:r>
          </a:p>
          <a:p>
            <a:r>
              <a:rPr lang="en-GB" noProof="0" dirty="0"/>
              <a:t>Running the optimization task.</a:t>
            </a:r>
          </a:p>
          <a:p>
            <a:endParaRPr lang="en-GB" noProof="0" dirty="0"/>
          </a:p>
          <a:p>
            <a:pPr marL="0" indent="0">
              <a:buNone/>
            </a:pPr>
            <a:r>
              <a:rPr lang="en-GB" noProof="0" dirty="0"/>
              <a:t>15 min.</a:t>
            </a:r>
          </a:p>
        </p:txBody>
      </p:sp>
    </p:spTree>
    <p:extLst>
      <p:ext uri="{BB962C8B-B14F-4D97-AF65-F5344CB8AC3E}">
        <p14:creationId xmlns:p14="http://schemas.microsoft.com/office/powerpoint/2010/main" val="1589068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84F81-C101-B867-05E3-F00C733FA0DE}"/>
              </a:ext>
            </a:extLst>
          </p:cNvPr>
          <p:cNvSpPr>
            <a:spLocks noGrp="1"/>
          </p:cNvSpPr>
          <p:nvPr>
            <p:ph type="title"/>
          </p:nvPr>
        </p:nvSpPr>
        <p:spPr/>
        <p:txBody>
          <a:bodyPr/>
          <a:lstStyle/>
          <a:p>
            <a:r>
              <a:rPr lang="en-GB" noProof="0" dirty="0"/>
              <a:t>Pruning</a:t>
            </a:r>
          </a:p>
        </p:txBody>
      </p:sp>
      <p:sp>
        <p:nvSpPr>
          <p:cNvPr id="3" name="Content Placeholder 2">
            <a:extLst>
              <a:ext uri="{FF2B5EF4-FFF2-40B4-BE49-F238E27FC236}">
                <a16:creationId xmlns:a16="http://schemas.microsoft.com/office/drawing/2014/main" id="{7A21C304-CA87-3B32-8F7F-4C48C2DCCB90}"/>
              </a:ext>
            </a:extLst>
          </p:cNvPr>
          <p:cNvSpPr>
            <a:spLocks noGrp="1"/>
          </p:cNvSpPr>
          <p:nvPr>
            <p:ph idx="1"/>
          </p:nvPr>
        </p:nvSpPr>
        <p:spPr/>
        <p:txBody>
          <a:bodyPr/>
          <a:lstStyle/>
          <a:p>
            <a:pPr marL="0" indent="0">
              <a:buNone/>
            </a:pPr>
            <a:r>
              <a:rPr lang="en-GB" noProof="0" dirty="0"/>
              <a:t>To save on both time and computational resources, </a:t>
            </a:r>
            <a:r>
              <a:rPr lang="en-GB" noProof="0" dirty="0" err="1"/>
              <a:t>optuna</a:t>
            </a:r>
            <a:r>
              <a:rPr lang="en-GB" noProof="0" dirty="0"/>
              <a:t> supports termination of trials that does not show promise in the early stages of training.</a:t>
            </a:r>
          </a:p>
          <a:p>
            <a:pPr marL="0" indent="0">
              <a:buNone/>
            </a:pPr>
            <a:endParaRPr lang="en-GB" noProof="0" dirty="0"/>
          </a:p>
          <a:p>
            <a:pPr marL="0" indent="0">
              <a:buNone/>
            </a:pPr>
            <a:r>
              <a:rPr lang="en-GB" noProof="0" dirty="0"/>
              <a:t>Various pruning methods are available such as hyperband pruning, percentile pruning etc.</a:t>
            </a:r>
          </a:p>
          <a:p>
            <a:pPr marL="0" indent="0">
              <a:buNone/>
            </a:pPr>
            <a:endParaRPr lang="en-GB" noProof="0" dirty="0"/>
          </a:p>
          <a:p>
            <a:pPr marL="0" indent="0">
              <a:buNone/>
            </a:pPr>
            <a:r>
              <a:rPr lang="en-GB" noProof="0" dirty="0"/>
              <a:t>In our tutorial we will be using the median pruner, comparing the median of the metric across trials for a given timestep.</a:t>
            </a:r>
          </a:p>
          <a:p>
            <a:pPr marL="0" indent="0">
              <a:buNone/>
            </a:pPr>
            <a:endParaRPr lang="en-GB" noProof="0" dirty="0"/>
          </a:p>
          <a:p>
            <a:pPr marL="0" indent="0">
              <a:buNone/>
            </a:pPr>
            <a:endParaRPr lang="en-GB" noProof="0" dirty="0"/>
          </a:p>
        </p:txBody>
      </p:sp>
    </p:spTree>
    <p:extLst>
      <p:ext uri="{BB962C8B-B14F-4D97-AF65-F5344CB8AC3E}">
        <p14:creationId xmlns:p14="http://schemas.microsoft.com/office/powerpoint/2010/main" val="3916639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25B50-0EED-0C69-8457-A2766B665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FAB82E-C608-3908-28E5-266477670668}"/>
              </a:ext>
            </a:extLst>
          </p:cNvPr>
          <p:cNvSpPr>
            <a:spLocks noGrp="1"/>
          </p:cNvSpPr>
          <p:nvPr>
            <p:ph type="title"/>
          </p:nvPr>
        </p:nvSpPr>
        <p:spPr/>
        <p:txBody>
          <a:bodyPr/>
          <a:lstStyle/>
          <a:p>
            <a:r>
              <a:rPr lang="en-GB" noProof="0" dirty="0"/>
              <a:t>Pruning</a:t>
            </a:r>
          </a:p>
        </p:txBody>
      </p:sp>
      <p:sp>
        <p:nvSpPr>
          <p:cNvPr id="3" name="Content Placeholder 2">
            <a:extLst>
              <a:ext uri="{FF2B5EF4-FFF2-40B4-BE49-F238E27FC236}">
                <a16:creationId xmlns:a16="http://schemas.microsoft.com/office/drawing/2014/main" id="{FD921C66-50AB-9FCB-D253-D18A5CFA4C0A}"/>
              </a:ext>
            </a:extLst>
          </p:cNvPr>
          <p:cNvSpPr>
            <a:spLocks noGrp="1"/>
          </p:cNvSpPr>
          <p:nvPr>
            <p:ph idx="1"/>
          </p:nvPr>
        </p:nvSpPr>
        <p:spPr/>
        <p:txBody>
          <a:bodyPr/>
          <a:lstStyle/>
          <a:p>
            <a:pPr marL="0" indent="0">
              <a:buNone/>
            </a:pPr>
            <a:endParaRPr lang="en-GB" noProof="0" dirty="0"/>
          </a:p>
          <a:p>
            <a:pPr marL="0" indent="0">
              <a:buNone/>
            </a:pPr>
            <a:r>
              <a:rPr lang="en-GB" noProof="0" dirty="0"/>
              <a:t>In between epochs or batches, we may report the metric we want to prune based on (for example validation loss at each epoch) using:</a:t>
            </a:r>
          </a:p>
          <a:p>
            <a:pPr marL="0" indent="0">
              <a:buNone/>
            </a:pPr>
            <a:r>
              <a:rPr lang="en-GB" noProof="0" dirty="0" err="1">
                <a:solidFill>
                  <a:schemeClr val="accent1">
                    <a:lumMod val="60000"/>
                    <a:lumOff val="40000"/>
                  </a:schemeClr>
                </a:solidFill>
              </a:rPr>
              <a:t>trial.report</a:t>
            </a:r>
            <a:r>
              <a:rPr lang="en-GB" noProof="0" dirty="0">
                <a:solidFill>
                  <a:schemeClr val="accent1">
                    <a:lumMod val="60000"/>
                    <a:lumOff val="40000"/>
                  </a:schemeClr>
                </a:solidFill>
              </a:rPr>
              <a:t>(</a:t>
            </a:r>
            <a:r>
              <a:rPr lang="en-GB" noProof="0" dirty="0" err="1">
                <a:solidFill>
                  <a:schemeClr val="accent1">
                    <a:lumMod val="60000"/>
                    <a:lumOff val="40000"/>
                  </a:schemeClr>
                </a:solidFill>
              </a:rPr>
              <a:t>current_value</a:t>
            </a:r>
            <a:r>
              <a:rPr lang="en-GB" noProof="0" dirty="0">
                <a:solidFill>
                  <a:schemeClr val="accent1">
                    <a:lumMod val="60000"/>
                    <a:lumOff val="40000"/>
                  </a:schemeClr>
                </a:solidFill>
              </a:rPr>
              <a:t>, epoch)</a:t>
            </a:r>
            <a:endParaRPr lang="en-GB" noProof="0" dirty="0"/>
          </a:p>
          <a:p>
            <a:pPr marL="0" indent="0">
              <a:buNone/>
            </a:pPr>
            <a:endParaRPr lang="en-GB" noProof="0" dirty="0">
              <a:solidFill>
                <a:schemeClr val="accent1">
                  <a:lumMod val="60000"/>
                  <a:lumOff val="40000"/>
                </a:schemeClr>
              </a:solidFill>
            </a:endParaRPr>
          </a:p>
          <a:p>
            <a:pPr marL="0" indent="0">
              <a:buNone/>
            </a:pPr>
            <a:r>
              <a:rPr lang="en-GB" noProof="0" dirty="0"/>
              <a:t>Then, the training loop can be terminated based on the condition that:</a:t>
            </a:r>
          </a:p>
          <a:p>
            <a:pPr marL="0" indent="0">
              <a:buNone/>
            </a:pPr>
            <a:r>
              <a:rPr lang="en-GB" noProof="0" dirty="0" err="1">
                <a:solidFill>
                  <a:schemeClr val="accent1">
                    <a:lumMod val="60000"/>
                    <a:lumOff val="40000"/>
                  </a:schemeClr>
                </a:solidFill>
              </a:rPr>
              <a:t>trial.should_prune</a:t>
            </a:r>
            <a:r>
              <a:rPr lang="en-GB" noProof="0" dirty="0">
                <a:solidFill>
                  <a:schemeClr val="accent1">
                    <a:lumMod val="60000"/>
                    <a:lumOff val="40000"/>
                  </a:schemeClr>
                </a:solidFill>
              </a:rPr>
              <a:t>()==True</a:t>
            </a:r>
            <a:endParaRPr lang="en-GB" noProof="0" dirty="0"/>
          </a:p>
          <a:p>
            <a:pPr marL="0" indent="0">
              <a:buNone/>
            </a:pPr>
            <a:endParaRPr lang="en-GB" noProof="0" dirty="0"/>
          </a:p>
        </p:txBody>
      </p:sp>
    </p:spTree>
    <p:extLst>
      <p:ext uri="{BB962C8B-B14F-4D97-AF65-F5344CB8AC3E}">
        <p14:creationId xmlns:p14="http://schemas.microsoft.com/office/powerpoint/2010/main" val="3008889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F7B1-9A1D-1983-1F41-648D502E001F}"/>
              </a:ext>
            </a:extLst>
          </p:cNvPr>
          <p:cNvSpPr>
            <a:spLocks noGrp="1"/>
          </p:cNvSpPr>
          <p:nvPr>
            <p:ph type="title"/>
          </p:nvPr>
        </p:nvSpPr>
        <p:spPr/>
        <p:txBody>
          <a:bodyPr/>
          <a:lstStyle/>
          <a:p>
            <a:r>
              <a:rPr lang="en-GB" noProof="0" dirty="0"/>
              <a:t>Hands on 2): Pruning</a:t>
            </a:r>
          </a:p>
        </p:txBody>
      </p:sp>
      <p:sp>
        <p:nvSpPr>
          <p:cNvPr id="3" name="Content Placeholder 2">
            <a:extLst>
              <a:ext uri="{FF2B5EF4-FFF2-40B4-BE49-F238E27FC236}">
                <a16:creationId xmlns:a16="http://schemas.microsoft.com/office/drawing/2014/main" id="{00E49087-3071-7785-F050-2272F7B8519E}"/>
              </a:ext>
            </a:extLst>
          </p:cNvPr>
          <p:cNvSpPr>
            <a:spLocks noGrp="1"/>
          </p:cNvSpPr>
          <p:nvPr>
            <p:ph idx="1"/>
          </p:nvPr>
        </p:nvSpPr>
        <p:spPr/>
        <p:txBody>
          <a:bodyPr/>
          <a:lstStyle/>
          <a:p>
            <a:endParaRPr lang="en-GB" noProof="0" dirty="0"/>
          </a:p>
          <a:p>
            <a:r>
              <a:rPr lang="en-GB" noProof="0" dirty="0"/>
              <a:t>Covers:</a:t>
            </a:r>
          </a:p>
          <a:p>
            <a:r>
              <a:rPr lang="en-GB" noProof="0" dirty="0"/>
              <a:t>Setting up a pruner.</a:t>
            </a:r>
          </a:p>
          <a:p>
            <a:r>
              <a:rPr lang="en-GB" noProof="0" dirty="0"/>
              <a:t>Checking pruning during training loop.</a:t>
            </a:r>
          </a:p>
          <a:p>
            <a:r>
              <a:rPr lang="en-GB" noProof="0" dirty="0"/>
              <a:t>Warmup and other options.</a:t>
            </a:r>
          </a:p>
          <a:p>
            <a:endParaRPr lang="en-GB" noProof="0" dirty="0"/>
          </a:p>
          <a:p>
            <a:pPr marL="0" indent="0">
              <a:buNone/>
            </a:pPr>
            <a:r>
              <a:rPr lang="en-GB" noProof="0" dirty="0"/>
              <a:t>15 min.</a:t>
            </a:r>
          </a:p>
        </p:txBody>
      </p:sp>
    </p:spTree>
    <p:extLst>
      <p:ext uri="{BB962C8B-B14F-4D97-AF65-F5344CB8AC3E}">
        <p14:creationId xmlns:p14="http://schemas.microsoft.com/office/powerpoint/2010/main" val="1429665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23483-EF02-2EB4-5FBF-2F8CD93A3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3123D-2798-6A23-7F32-D601B8FBC951}"/>
              </a:ext>
            </a:extLst>
          </p:cNvPr>
          <p:cNvSpPr>
            <a:spLocks noGrp="1"/>
          </p:cNvSpPr>
          <p:nvPr>
            <p:ph type="title"/>
          </p:nvPr>
        </p:nvSpPr>
        <p:spPr/>
        <p:txBody>
          <a:bodyPr/>
          <a:lstStyle/>
          <a:p>
            <a:r>
              <a:rPr lang="en-GB" noProof="0" dirty="0"/>
              <a:t>Experiment tracking (</a:t>
            </a:r>
            <a:r>
              <a:rPr lang="en-GB" noProof="0" dirty="0" err="1"/>
              <a:t>MLFlow</a:t>
            </a:r>
            <a:r>
              <a:rPr lang="en-GB" noProof="0" dirty="0"/>
              <a:t>)</a:t>
            </a:r>
          </a:p>
        </p:txBody>
      </p:sp>
      <p:sp>
        <p:nvSpPr>
          <p:cNvPr id="3" name="Content Placeholder 2">
            <a:extLst>
              <a:ext uri="{FF2B5EF4-FFF2-40B4-BE49-F238E27FC236}">
                <a16:creationId xmlns:a16="http://schemas.microsoft.com/office/drawing/2014/main" id="{F2584333-94BF-0480-AC19-F83608AA49F4}"/>
              </a:ext>
            </a:extLst>
          </p:cNvPr>
          <p:cNvSpPr>
            <a:spLocks noGrp="1"/>
          </p:cNvSpPr>
          <p:nvPr>
            <p:ph idx="1"/>
          </p:nvPr>
        </p:nvSpPr>
        <p:spPr/>
        <p:txBody>
          <a:bodyPr/>
          <a:lstStyle/>
          <a:p>
            <a:pPr marL="0" indent="0">
              <a:buNone/>
            </a:pPr>
            <a:r>
              <a:rPr lang="en-GB" noProof="0" dirty="0" err="1"/>
              <a:t>MLFlow</a:t>
            </a:r>
            <a:r>
              <a:rPr lang="en-GB" noProof="0" dirty="0"/>
              <a:t> is a flexible platform allowing you to track and log your model in real-time locally or to shared servers, with various features supporting the evaluation, packaging, and deploying your models.</a:t>
            </a:r>
          </a:p>
          <a:p>
            <a:pPr marL="0" indent="0">
              <a:buNone/>
            </a:pPr>
            <a:endParaRPr lang="en-GB" noProof="0" dirty="0"/>
          </a:p>
          <a:p>
            <a:pPr marL="0" indent="0">
              <a:buNone/>
            </a:pPr>
            <a:r>
              <a:rPr lang="en-GB" noProof="0" dirty="0"/>
              <a:t>It has become a commonly used tool within the industry, but while it shines in a team setting it also makes working with large sets of models and experiments a lot more manageable for the individual as well.</a:t>
            </a:r>
          </a:p>
        </p:txBody>
      </p:sp>
    </p:spTree>
    <p:extLst>
      <p:ext uri="{BB962C8B-B14F-4D97-AF65-F5344CB8AC3E}">
        <p14:creationId xmlns:p14="http://schemas.microsoft.com/office/powerpoint/2010/main" val="4014084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3023E-0C19-5DA9-3BE6-7403915704C0}"/>
              </a:ext>
            </a:extLst>
          </p:cNvPr>
          <p:cNvSpPr>
            <a:spLocks noGrp="1"/>
          </p:cNvSpPr>
          <p:nvPr>
            <p:ph type="title"/>
          </p:nvPr>
        </p:nvSpPr>
        <p:spPr/>
        <p:txBody>
          <a:bodyPr/>
          <a:lstStyle/>
          <a:p>
            <a:r>
              <a:rPr lang="en-GB" noProof="0" dirty="0"/>
              <a:t>General structure</a:t>
            </a:r>
          </a:p>
        </p:txBody>
      </p:sp>
      <p:sp>
        <p:nvSpPr>
          <p:cNvPr id="3" name="Content Placeholder 2">
            <a:extLst>
              <a:ext uri="{FF2B5EF4-FFF2-40B4-BE49-F238E27FC236}">
                <a16:creationId xmlns:a16="http://schemas.microsoft.com/office/drawing/2014/main" id="{75E5274B-01F2-2971-65B5-88E9065F63E7}"/>
              </a:ext>
            </a:extLst>
          </p:cNvPr>
          <p:cNvSpPr>
            <a:spLocks noGrp="1"/>
          </p:cNvSpPr>
          <p:nvPr>
            <p:ph idx="1"/>
          </p:nvPr>
        </p:nvSpPr>
        <p:spPr>
          <a:ln>
            <a:solidFill>
              <a:schemeClr val="bg1"/>
            </a:solidFill>
          </a:ln>
        </p:spPr>
        <p:txBody>
          <a:bodyPr/>
          <a:lstStyle/>
          <a:p>
            <a:r>
              <a:rPr lang="en-GB" noProof="0" dirty="0">
                <a:solidFill>
                  <a:schemeClr val="accent1">
                    <a:lumMod val="60000"/>
                    <a:lumOff val="40000"/>
                  </a:schemeClr>
                </a:solidFill>
              </a:rPr>
              <a:t>Experiments: </a:t>
            </a:r>
            <a:r>
              <a:rPr lang="en-GB" noProof="0" dirty="0"/>
              <a:t>Separate different projects on the same server by logging them to different experiments. Can be identified by name string or int.</a:t>
            </a:r>
          </a:p>
          <a:p>
            <a:r>
              <a:rPr lang="en-GB" noProof="0" dirty="0">
                <a:solidFill>
                  <a:schemeClr val="accent1">
                    <a:lumMod val="60000"/>
                    <a:lumOff val="40000"/>
                  </a:schemeClr>
                </a:solidFill>
              </a:rPr>
              <a:t>Runs: </a:t>
            </a:r>
            <a:r>
              <a:rPr lang="en-GB" noProof="0" dirty="0"/>
              <a:t>Each training instance can be set to generate runs individually or as children to a parent run, useful with </a:t>
            </a:r>
            <a:r>
              <a:rPr lang="en-GB" noProof="0" dirty="0" err="1"/>
              <a:t>Optuna</a:t>
            </a:r>
            <a:r>
              <a:rPr lang="en-GB" noProof="0" dirty="0"/>
              <a:t> HPO. Each run has its own unique </a:t>
            </a:r>
            <a:r>
              <a:rPr lang="en-GB" noProof="0" dirty="0" err="1"/>
              <a:t>runID</a:t>
            </a:r>
            <a:r>
              <a:rPr lang="en-GB" noProof="0" dirty="0"/>
              <a:t>.</a:t>
            </a:r>
          </a:p>
          <a:p>
            <a:r>
              <a:rPr lang="en-GB" noProof="0" dirty="0">
                <a:solidFill>
                  <a:schemeClr val="accent1">
                    <a:lumMod val="60000"/>
                    <a:lumOff val="40000"/>
                  </a:schemeClr>
                </a:solidFill>
              </a:rPr>
              <a:t>Models: </a:t>
            </a:r>
            <a:r>
              <a:rPr lang="en-GB" noProof="0" dirty="0"/>
              <a:t>The direct machine learning product of your runs, models have an independent existence to their originating run.</a:t>
            </a:r>
          </a:p>
          <a:p>
            <a:pPr marL="0" indent="0">
              <a:buNone/>
            </a:pPr>
            <a:endParaRPr lang="en-GB" noProof="0" dirty="0"/>
          </a:p>
        </p:txBody>
      </p:sp>
    </p:spTree>
    <p:extLst>
      <p:ext uri="{BB962C8B-B14F-4D97-AF65-F5344CB8AC3E}">
        <p14:creationId xmlns:p14="http://schemas.microsoft.com/office/powerpoint/2010/main" val="3804593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286CD-B769-4A00-9175-B078D9A327E1}"/>
              </a:ext>
            </a:extLst>
          </p:cNvPr>
          <p:cNvSpPr>
            <a:spLocks noGrp="1"/>
          </p:cNvSpPr>
          <p:nvPr>
            <p:ph type="title"/>
          </p:nvPr>
        </p:nvSpPr>
        <p:spPr/>
        <p:txBody>
          <a:bodyPr/>
          <a:lstStyle/>
          <a:p>
            <a:r>
              <a:rPr lang="en-GB" noProof="0" dirty="0"/>
              <a:t>Setting up the </a:t>
            </a:r>
            <a:r>
              <a:rPr lang="en-GB" noProof="0" dirty="0" err="1"/>
              <a:t>MLFlow</a:t>
            </a:r>
            <a:r>
              <a:rPr lang="en-GB" noProof="0" dirty="0"/>
              <a:t> tracking server</a:t>
            </a:r>
          </a:p>
        </p:txBody>
      </p:sp>
      <p:sp>
        <p:nvSpPr>
          <p:cNvPr id="3" name="Content Placeholder 2">
            <a:extLst>
              <a:ext uri="{FF2B5EF4-FFF2-40B4-BE49-F238E27FC236}">
                <a16:creationId xmlns:a16="http://schemas.microsoft.com/office/drawing/2014/main" id="{36EC7C17-4BF3-799D-BFD3-455B158C8C85}"/>
              </a:ext>
            </a:extLst>
          </p:cNvPr>
          <p:cNvSpPr>
            <a:spLocks noGrp="1"/>
          </p:cNvSpPr>
          <p:nvPr>
            <p:ph idx="1"/>
          </p:nvPr>
        </p:nvSpPr>
        <p:spPr/>
        <p:txBody>
          <a:bodyPr/>
          <a:lstStyle/>
          <a:p>
            <a:r>
              <a:rPr lang="en-GB" noProof="0" dirty="0"/>
              <a:t>In a team setting you will </a:t>
            </a:r>
            <a:r>
              <a:rPr lang="en-GB" noProof="0" dirty="0" err="1"/>
              <a:t>usualy</a:t>
            </a:r>
            <a:r>
              <a:rPr lang="en-GB" noProof="0" dirty="0"/>
              <a:t> work with a shared </a:t>
            </a:r>
            <a:r>
              <a:rPr lang="en-GB" noProof="0" dirty="0" err="1"/>
              <a:t>mlflow</a:t>
            </a:r>
            <a:r>
              <a:rPr lang="en-GB" noProof="0" dirty="0"/>
              <a:t> server, but for this exercise we will be hosting a local server of our own.</a:t>
            </a:r>
          </a:p>
          <a:p>
            <a:r>
              <a:rPr lang="en-GB" noProof="0" dirty="0"/>
              <a:t>To set up the server for our exercise, open your </a:t>
            </a:r>
            <a:r>
              <a:rPr lang="en-GB" noProof="0" dirty="0" err="1"/>
              <a:t>terminalin</a:t>
            </a:r>
            <a:r>
              <a:rPr lang="en-GB" noProof="0" dirty="0"/>
              <a:t> the project root and activate the environment, then run:</a:t>
            </a:r>
          </a:p>
          <a:p>
            <a:endParaRPr lang="en-GB" noProof="0" dirty="0"/>
          </a:p>
          <a:p>
            <a:pPr marL="0" indent="0">
              <a:buNone/>
            </a:pPr>
            <a:r>
              <a:rPr lang="en-GB" noProof="0" dirty="0" err="1">
                <a:solidFill>
                  <a:schemeClr val="tx2">
                    <a:lumMod val="60000"/>
                    <a:lumOff val="40000"/>
                  </a:schemeClr>
                </a:solidFill>
              </a:rPr>
              <a:t>mlflow</a:t>
            </a:r>
            <a:r>
              <a:rPr lang="en-GB" noProof="0" dirty="0">
                <a:solidFill>
                  <a:schemeClr val="tx2">
                    <a:lumMod val="60000"/>
                    <a:lumOff val="40000"/>
                  </a:schemeClr>
                </a:solidFill>
              </a:rPr>
              <a:t> server --backend-store-</a:t>
            </a:r>
            <a:r>
              <a:rPr lang="en-GB" noProof="0" dirty="0" err="1">
                <a:solidFill>
                  <a:schemeClr val="tx2">
                    <a:lumMod val="60000"/>
                    <a:lumOff val="40000"/>
                  </a:schemeClr>
                </a:solidFill>
              </a:rPr>
              <a:t>uri</a:t>
            </a:r>
            <a:r>
              <a:rPr lang="en-GB" noProof="0" dirty="0">
                <a:solidFill>
                  <a:schemeClr val="tx2">
                    <a:lumMod val="60000"/>
                    <a:lumOff val="40000"/>
                  </a:schemeClr>
                </a:solidFill>
              </a:rPr>
              <a:t> sqlite:///mlruns/mlflow.db --default-artifact-root file:./</a:t>
            </a:r>
            <a:r>
              <a:rPr lang="en-GB" noProof="0" dirty="0" err="1">
                <a:solidFill>
                  <a:schemeClr val="tx2">
                    <a:lumMod val="60000"/>
                    <a:lumOff val="40000"/>
                  </a:schemeClr>
                </a:solidFill>
              </a:rPr>
              <a:t>mlruns</a:t>
            </a:r>
            <a:r>
              <a:rPr lang="en-GB" noProof="0" dirty="0">
                <a:solidFill>
                  <a:schemeClr val="tx2">
                    <a:lumMod val="60000"/>
                    <a:lumOff val="40000"/>
                  </a:schemeClr>
                </a:solidFill>
              </a:rPr>
              <a:t> --host 127.0.0.1 --port 5000</a:t>
            </a:r>
          </a:p>
          <a:p>
            <a:pPr marL="0" indent="0">
              <a:buNone/>
            </a:pPr>
            <a:endParaRPr lang="en-GB" noProof="0" dirty="0"/>
          </a:p>
          <a:p>
            <a:pPr marL="0" indent="0">
              <a:buNone/>
            </a:pPr>
            <a:r>
              <a:rPr lang="en-GB" noProof="0" dirty="0"/>
              <a:t>This creates a server that stores artifacts and runs under /</a:t>
            </a:r>
            <a:r>
              <a:rPr lang="en-GB" noProof="0" dirty="0" err="1"/>
              <a:t>mlruns</a:t>
            </a:r>
            <a:r>
              <a:rPr lang="en-GB" noProof="0" dirty="0"/>
              <a:t> in the active directory.</a:t>
            </a:r>
          </a:p>
        </p:txBody>
      </p:sp>
    </p:spTree>
    <p:extLst>
      <p:ext uri="{BB962C8B-B14F-4D97-AF65-F5344CB8AC3E}">
        <p14:creationId xmlns:p14="http://schemas.microsoft.com/office/powerpoint/2010/main" val="3992207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B80C6-CAE4-0A82-6B20-24B6E75FF5C2}"/>
              </a:ext>
            </a:extLst>
          </p:cNvPr>
          <p:cNvSpPr>
            <a:spLocks noGrp="1"/>
          </p:cNvSpPr>
          <p:nvPr>
            <p:ph type="title"/>
          </p:nvPr>
        </p:nvSpPr>
        <p:spPr/>
        <p:txBody>
          <a:bodyPr/>
          <a:lstStyle/>
          <a:p>
            <a:r>
              <a:rPr lang="en-GB" noProof="0" dirty="0"/>
              <a:t>Connecting to </a:t>
            </a:r>
            <a:r>
              <a:rPr lang="en-GB" noProof="0" dirty="0" err="1"/>
              <a:t>mlflow</a:t>
            </a:r>
            <a:r>
              <a:rPr lang="en-GB" noProof="0" dirty="0"/>
              <a:t> in your code:</a:t>
            </a:r>
          </a:p>
        </p:txBody>
      </p:sp>
      <p:sp>
        <p:nvSpPr>
          <p:cNvPr id="3" name="Content Placeholder 2">
            <a:extLst>
              <a:ext uri="{FF2B5EF4-FFF2-40B4-BE49-F238E27FC236}">
                <a16:creationId xmlns:a16="http://schemas.microsoft.com/office/drawing/2014/main" id="{BD978E8F-B030-AB4B-E940-BCD05A74062C}"/>
              </a:ext>
            </a:extLst>
          </p:cNvPr>
          <p:cNvSpPr>
            <a:spLocks noGrp="1"/>
          </p:cNvSpPr>
          <p:nvPr>
            <p:ph idx="1"/>
          </p:nvPr>
        </p:nvSpPr>
        <p:spPr/>
        <p:txBody>
          <a:bodyPr/>
          <a:lstStyle/>
          <a:p>
            <a:r>
              <a:rPr lang="en-GB" noProof="0" dirty="0"/>
              <a:t>Set the </a:t>
            </a:r>
            <a:r>
              <a:rPr lang="en-GB" noProof="0" dirty="0" err="1"/>
              <a:t>uri</a:t>
            </a:r>
            <a:r>
              <a:rPr lang="en-GB" noProof="0" dirty="0"/>
              <a:t> with: </a:t>
            </a:r>
            <a:r>
              <a:rPr lang="en-GB" noProof="0" dirty="0" err="1"/>
              <a:t>mlflow.set_tracking_uri</a:t>
            </a:r>
            <a:r>
              <a:rPr lang="en-GB" noProof="0" dirty="0"/>
              <a:t>(”</a:t>
            </a:r>
            <a:r>
              <a:rPr lang="en-GB" noProof="0" dirty="0" err="1"/>
              <a:t>uri</a:t>
            </a:r>
            <a:r>
              <a:rPr lang="en-GB" noProof="0" dirty="0"/>
              <a:t>”).</a:t>
            </a:r>
          </a:p>
          <a:p>
            <a:r>
              <a:rPr lang="en-GB" noProof="0" dirty="0"/>
              <a:t>Set the active experiment with </a:t>
            </a:r>
            <a:r>
              <a:rPr lang="en-GB" noProof="0" dirty="0" err="1"/>
              <a:t>mlflow.set_experiment</a:t>
            </a:r>
            <a:r>
              <a:rPr lang="en-GB" noProof="0" dirty="0"/>
              <a:t>(”</a:t>
            </a:r>
            <a:r>
              <a:rPr lang="en-GB" noProof="0" dirty="0" err="1"/>
              <a:t>experimentname</a:t>
            </a:r>
            <a:r>
              <a:rPr lang="en-GB" noProof="0" dirty="0"/>
              <a:t>”)</a:t>
            </a:r>
          </a:p>
          <a:p>
            <a:endParaRPr lang="en-GB" noProof="0" dirty="0"/>
          </a:p>
          <a:p>
            <a:pPr marL="0" indent="0">
              <a:buNone/>
            </a:pPr>
            <a:r>
              <a:rPr lang="en-GB" noProof="0" dirty="0"/>
              <a:t>Ex:</a:t>
            </a:r>
          </a:p>
          <a:p>
            <a:pPr marL="0" indent="0">
              <a:buNone/>
            </a:pPr>
            <a:r>
              <a:rPr lang="en-GB" noProof="0" dirty="0" err="1"/>
              <a:t>mlflow.set_tracking_uri</a:t>
            </a:r>
            <a:r>
              <a:rPr lang="en-GB" noProof="0" dirty="0"/>
              <a:t>(</a:t>
            </a:r>
            <a:r>
              <a:rPr lang="en-GB" noProof="0" dirty="0">
                <a:hlinkClick r:id="rId2"/>
              </a:rPr>
              <a:t>http://127.0.0.1:5000</a:t>
            </a:r>
            <a:r>
              <a:rPr lang="en-GB" noProof="0" dirty="0"/>
              <a:t>)</a:t>
            </a:r>
          </a:p>
          <a:p>
            <a:pPr marL="0" indent="0">
              <a:buNone/>
            </a:pPr>
            <a:r>
              <a:rPr lang="en-GB" noProof="0" dirty="0" err="1"/>
              <a:t>mlflow.set_experiment</a:t>
            </a:r>
            <a:r>
              <a:rPr lang="en-GB" noProof="0" dirty="0"/>
              <a:t>(”</a:t>
            </a:r>
            <a:r>
              <a:rPr lang="en-GB" noProof="0" dirty="0" err="1"/>
              <a:t>my_experiment</a:t>
            </a:r>
            <a:r>
              <a:rPr lang="en-GB" noProof="0" dirty="0"/>
              <a:t>”)</a:t>
            </a:r>
          </a:p>
          <a:p>
            <a:pPr marL="0" indent="0">
              <a:buNone/>
            </a:pPr>
            <a:endParaRPr lang="en-GB" noProof="0" dirty="0"/>
          </a:p>
        </p:txBody>
      </p:sp>
    </p:spTree>
    <p:extLst>
      <p:ext uri="{BB962C8B-B14F-4D97-AF65-F5344CB8AC3E}">
        <p14:creationId xmlns:p14="http://schemas.microsoft.com/office/powerpoint/2010/main" val="2614613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72C1-E337-431D-E898-8B562CC201C1}"/>
              </a:ext>
            </a:extLst>
          </p:cNvPr>
          <p:cNvSpPr>
            <a:spLocks noGrp="1"/>
          </p:cNvSpPr>
          <p:nvPr>
            <p:ph type="title"/>
          </p:nvPr>
        </p:nvSpPr>
        <p:spPr/>
        <p:txBody>
          <a:bodyPr/>
          <a:lstStyle/>
          <a:p>
            <a:r>
              <a:rPr lang="en-GB" noProof="0" dirty="0" err="1"/>
              <a:t>MLFlow</a:t>
            </a:r>
            <a:r>
              <a:rPr lang="en-GB" noProof="0" dirty="0"/>
              <a:t> logging</a:t>
            </a:r>
          </a:p>
        </p:txBody>
      </p:sp>
      <p:sp>
        <p:nvSpPr>
          <p:cNvPr id="3" name="Content Placeholder 2">
            <a:extLst>
              <a:ext uri="{FF2B5EF4-FFF2-40B4-BE49-F238E27FC236}">
                <a16:creationId xmlns:a16="http://schemas.microsoft.com/office/drawing/2014/main" id="{6D873B32-4946-189E-67AB-2282C166F914}"/>
              </a:ext>
            </a:extLst>
          </p:cNvPr>
          <p:cNvSpPr>
            <a:spLocks noGrp="1"/>
          </p:cNvSpPr>
          <p:nvPr>
            <p:ph idx="1"/>
          </p:nvPr>
        </p:nvSpPr>
        <p:spPr/>
        <p:txBody>
          <a:bodyPr/>
          <a:lstStyle/>
          <a:p>
            <a:r>
              <a:rPr lang="en-GB" noProof="0" dirty="0">
                <a:solidFill>
                  <a:schemeClr val="accent1">
                    <a:lumMod val="60000"/>
                    <a:lumOff val="40000"/>
                  </a:schemeClr>
                </a:solidFill>
              </a:rPr>
              <a:t>Parameters</a:t>
            </a:r>
            <a:r>
              <a:rPr lang="en-GB" noProof="0" dirty="0"/>
              <a:t>: We may log parameters of our choice using:</a:t>
            </a:r>
          </a:p>
          <a:p>
            <a:pPr lvl="1">
              <a:buFont typeface="Courier New" panose="02070309020205020404" pitchFamily="49" charset="0"/>
              <a:buChar char="o"/>
            </a:pPr>
            <a:r>
              <a:rPr lang="en-GB" noProof="0" dirty="0"/>
              <a:t> </a:t>
            </a:r>
            <a:r>
              <a:rPr lang="en-GB" noProof="0" dirty="0" err="1"/>
              <a:t>mlflow.log_param</a:t>
            </a:r>
            <a:r>
              <a:rPr lang="en-GB" noProof="0" dirty="0"/>
              <a:t>(str key,  value) </a:t>
            </a:r>
            <a:r>
              <a:rPr lang="en-GB" noProof="0" dirty="0">
                <a:solidFill>
                  <a:srgbClr val="92D050"/>
                </a:solidFill>
              </a:rPr>
              <a:t>&lt;For a single parameter.</a:t>
            </a:r>
          </a:p>
          <a:p>
            <a:pPr lvl="1">
              <a:buFont typeface="Courier New" panose="02070309020205020404" pitchFamily="49" charset="0"/>
              <a:buChar char="o"/>
            </a:pPr>
            <a:r>
              <a:rPr lang="en-GB" noProof="0" dirty="0"/>
              <a:t> </a:t>
            </a:r>
            <a:r>
              <a:rPr lang="en-GB" noProof="0" dirty="0" err="1"/>
              <a:t>mlflow.log_params</a:t>
            </a:r>
            <a:r>
              <a:rPr lang="en-GB" noProof="0" dirty="0"/>
              <a:t>(</a:t>
            </a:r>
            <a:r>
              <a:rPr lang="en-GB" noProof="0" dirty="0" err="1"/>
              <a:t>dict</a:t>
            </a:r>
            <a:r>
              <a:rPr lang="en-GB" noProof="0" dirty="0"/>
              <a:t> key,_</a:t>
            </a:r>
            <a:r>
              <a:rPr lang="en-GB" noProof="0" dirty="0" err="1"/>
              <a:t>value_dict</a:t>
            </a:r>
            <a:r>
              <a:rPr lang="en-GB" noProof="0" dirty="0"/>
              <a:t>) </a:t>
            </a:r>
            <a:r>
              <a:rPr lang="en-GB" noProof="0" dirty="0">
                <a:solidFill>
                  <a:srgbClr val="92D050"/>
                </a:solidFill>
              </a:rPr>
              <a:t>&lt;For multiple parameters in a batch.</a:t>
            </a:r>
            <a:endParaRPr lang="en-GB" noProof="0" dirty="0"/>
          </a:p>
          <a:p>
            <a:r>
              <a:rPr lang="en-GB" noProof="0" dirty="0">
                <a:solidFill>
                  <a:schemeClr val="accent1">
                    <a:lumMod val="60000"/>
                    <a:lumOff val="40000"/>
                  </a:schemeClr>
                </a:solidFill>
              </a:rPr>
              <a:t>Metrics</a:t>
            </a:r>
            <a:r>
              <a:rPr lang="en-GB" noProof="0" dirty="0"/>
              <a:t>: For metrics we may also want to include information such as which training step we are in:</a:t>
            </a:r>
          </a:p>
          <a:p>
            <a:pPr lvl="1">
              <a:buFont typeface="Courier New" panose="02070309020205020404" pitchFamily="49" charset="0"/>
              <a:buChar char="o"/>
            </a:pPr>
            <a:r>
              <a:rPr lang="en-GB" noProof="0" dirty="0"/>
              <a:t> </a:t>
            </a:r>
            <a:r>
              <a:rPr lang="en-GB" noProof="0" dirty="0" err="1"/>
              <a:t>mlflow.log_metric</a:t>
            </a:r>
            <a:r>
              <a:rPr lang="en-GB" noProof="0" dirty="0"/>
              <a:t>(str key,  value, int step) </a:t>
            </a:r>
          </a:p>
          <a:p>
            <a:pPr lvl="1">
              <a:buFont typeface="Courier New" panose="02070309020205020404" pitchFamily="49" charset="0"/>
              <a:buChar char="o"/>
            </a:pPr>
            <a:r>
              <a:rPr lang="en-GB" noProof="0" dirty="0" err="1"/>
              <a:t>mlflow.log_metrics</a:t>
            </a:r>
            <a:r>
              <a:rPr lang="en-GB" noProof="0" dirty="0"/>
              <a:t>(</a:t>
            </a:r>
            <a:r>
              <a:rPr lang="en-GB" noProof="0" dirty="0" err="1"/>
              <a:t>dict</a:t>
            </a:r>
            <a:r>
              <a:rPr lang="en-GB" noProof="0" dirty="0"/>
              <a:t> key_, </a:t>
            </a:r>
            <a:r>
              <a:rPr lang="en-GB" noProof="0" dirty="0" err="1"/>
              <a:t>value_dict</a:t>
            </a:r>
            <a:r>
              <a:rPr lang="en-GB" noProof="0" dirty="0"/>
              <a:t>)</a:t>
            </a:r>
          </a:p>
        </p:txBody>
      </p:sp>
    </p:spTree>
    <p:extLst>
      <p:ext uri="{BB962C8B-B14F-4D97-AF65-F5344CB8AC3E}">
        <p14:creationId xmlns:p14="http://schemas.microsoft.com/office/powerpoint/2010/main" val="3765996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EC337-F12E-CD2F-163D-A6030D056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623A6-EABB-4AE1-2313-0741F4C828F0}"/>
              </a:ext>
            </a:extLst>
          </p:cNvPr>
          <p:cNvSpPr>
            <a:spLocks noGrp="1"/>
          </p:cNvSpPr>
          <p:nvPr>
            <p:ph type="title"/>
          </p:nvPr>
        </p:nvSpPr>
        <p:spPr/>
        <p:txBody>
          <a:bodyPr/>
          <a:lstStyle/>
          <a:p>
            <a:r>
              <a:rPr lang="en-GB" noProof="0" dirty="0" err="1"/>
              <a:t>MLFlow</a:t>
            </a:r>
            <a:r>
              <a:rPr lang="en-GB" noProof="0" dirty="0"/>
              <a:t> logging</a:t>
            </a:r>
          </a:p>
        </p:txBody>
      </p:sp>
      <p:sp>
        <p:nvSpPr>
          <p:cNvPr id="3" name="Content Placeholder 2">
            <a:extLst>
              <a:ext uri="{FF2B5EF4-FFF2-40B4-BE49-F238E27FC236}">
                <a16:creationId xmlns:a16="http://schemas.microsoft.com/office/drawing/2014/main" id="{16E48A96-93BB-61E9-36DC-77312B0D721D}"/>
              </a:ext>
            </a:extLst>
          </p:cNvPr>
          <p:cNvSpPr>
            <a:spLocks noGrp="1"/>
          </p:cNvSpPr>
          <p:nvPr>
            <p:ph idx="1"/>
          </p:nvPr>
        </p:nvSpPr>
        <p:spPr/>
        <p:txBody>
          <a:bodyPr/>
          <a:lstStyle/>
          <a:p>
            <a:r>
              <a:rPr lang="en-GB" noProof="0" dirty="0">
                <a:solidFill>
                  <a:schemeClr val="accent1">
                    <a:lumMod val="60000"/>
                    <a:lumOff val="40000"/>
                  </a:schemeClr>
                </a:solidFill>
              </a:rPr>
              <a:t>Artifacts: </a:t>
            </a:r>
            <a:r>
              <a:rPr lang="en-GB" noProof="0" dirty="0"/>
              <a:t>The relevant products of our training. This can include everything from model parameters to figures generated by the evaluation step. These are stored according to the server’s artifact storage, under the attached run.</a:t>
            </a:r>
          </a:p>
          <a:p>
            <a:pPr lvl="1"/>
            <a:r>
              <a:rPr lang="en-GB" noProof="0" dirty="0" err="1"/>
              <a:t>mlflow.log_figure</a:t>
            </a:r>
            <a:r>
              <a:rPr lang="en-GB" noProof="0" dirty="0"/>
              <a:t>(fig,  </a:t>
            </a:r>
            <a:r>
              <a:rPr lang="en-GB" noProof="0" dirty="0" err="1"/>
              <a:t>file_path</a:t>
            </a:r>
            <a:r>
              <a:rPr lang="en-GB" noProof="0" dirty="0"/>
              <a:t>) </a:t>
            </a:r>
            <a:r>
              <a:rPr lang="en-GB" noProof="0" dirty="0">
                <a:solidFill>
                  <a:srgbClr val="92D050"/>
                </a:solidFill>
              </a:rPr>
              <a:t>&lt;Store a figure.</a:t>
            </a:r>
          </a:p>
          <a:p>
            <a:pPr lvl="1"/>
            <a:r>
              <a:rPr lang="en-GB" noProof="0" dirty="0" err="1"/>
              <a:t>mlflow.log_text</a:t>
            </a:r>
            <a:r>
              <a:rPr lang="en-GB" noProof="0" dirty="0"/>
              <a:t>(fig,  </a:t>
            </a:r>
            <a:r>
              <a:rPr lang="en-GB" noProof="0" dirty="0" err="1"/>
              <a:t>file_path</a:t>
            </a:r>
            <a:r>
              <a:rPr lang="en-GB" noProof="0" dirty="0"/>
              <a:t>) </a:t>
            </a:r>
            <a:r>
              <a:rPr lang="en-GB" noProof="0" dirty="0">
                <a:solidFill>
                  <a:srgbClr val="92D050"/>
                </a:solidFill>
              </a:rPr>
              <a:t>&lt;Store a text.</a:t>
            </a:r>
          </a:p>
          <a:p>
            <a:pPr lvl="1"/>
            <a:endParaRPr lang="en-GB" noProof="0" dirty="0">
              <a:solidFill>
                <a:srgbClr val="92D050"/>
              </a:solidFill>
            </a:endParaRPr>
          </a:p>
          <a:p>
            <a:endParaRPr lang="en-GB" noProof="0" dirty="0"/>
          </a:p>
        </p:txBody>
      </p:sp>
    </p:spTree>
    <p:extLst>
      <p:ext uri="{BB962C8B-B14F-4D97-AF65-F5344CB8AC3E}">
        <p14:creationId xmlns:p14="http://schemas.microsoft.com/office/powerpoint/2010/main" val="2698661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6C3F6-1F54-1B13-1401-1121FEE4A4C1}"/>
              </a:ext>
            </a:extLst>
          </p:cNvPr>
          <p:cNvSpPr>
            <a:spLocks noGrp="1"/>
          </p:cNvSpPr>
          <p:nvPr>
            <p:ph type="title"/>
          </p:nvPr>
        </p:nvSpPr>
        <p:spPr/>
        <p:txBody>
          <a:bodyPr/>
          <a:lstStyle/>
          <a:p>
            <a:r>
              <a:rPr lang="en-GB" noProof="0" dirty="0"/>
              <a:t>Active run</a:t>
            </a:r>
          </a:p>
        </p:txBody>
      </p:sp>
      <p:sp>
        <p:nvSpPr>
          <p:cNvPr id="3" name="Content Placeholder 2">
            <a:extLst>
              <a:ext uri="{FF2B5EF4-FFF2-40B4-BE49-F238E27FC236}">
                <a16:creationId xmlns:a16="http://schemas.microsoft.com/office/drawing/2014/main" id="{CCF1979C-923B-5636-E103-F83A7D26DB66}"/>
              </a:ext>
            </a:extLst>
          </p:cNvPr>
          <p:cNvSpPr>
            <a:spLocks noGrp="1"/>
          </p:cNvSpPr>
          <p:nvPr>
            <p:ph idx="1"/>
          </p:nvPr>
        </p:nvSpPr>
        <p:spPr/>
        <p:txBody>
          <a:bodyPr/>
          <a:lstStyle/>
          <a:p>
            <a:r>
              <a:rPr lang="en-GB" noProof="0" dirty="0"/>
              <a:t>If creating a run, then within that scope, logging functions without the </a:t>
            </a:r>
            <a:r>
              <a:rPr lang="en-GB" noProof="0" dirty="0" err="1"/>
              <a:t>runID</a:t>
            </a:r>
            <a:r>
              <a:rPr lang="en-GB" noProof="0" dirty="0"/>
              <a:t> specified will default to </a:t>
            </a:r>
            <a:r>
              <a:rPr lang="en-GB" noProof="0" dirty="0" err="1"/>
              <a:t>loggin</a:t>
            </a:r>
            <a:r>
              <a:rPr lang="en-GB" noProof="0" dirty="0"/>
              <a:t> under that run.</a:t>
            </a:r>
          </a:p>
          <a:p>
            <a:endParaRPr lang="en-GB" noProof="0" dirty="0"/>
          </a:p>
          <a:p>
            <a:r>
              <a:rPr lang="en-GB" noProof="0" dirty="0"/>
              <a:t>EX, creating a run and setting the ”Hello” tag to ”World!:</a:t>
            </a:r>
          </a:p>
          <a:p>
            <a:endParaRPr lang="en-GB" noProof="0" dirty="0"/>
          </a:p>
          <a:p>
            <a:pPr marL="0" indent="0">
              <a:buNone/>
            </a:pPr>
            <a:r>
              <a:rPr lang="en-GB" noProof="0" dirty="0" err="1">
                <a:solidFill>
                  <a:schemeClr val="bg1">
                    <a:lumMod val="65000"/>
                  </a:schemeClr>
                </a:solidFill>
              </a:rPr>
              <a:t>mlflow.set_tracking_uri</a:t>
            </a:r>
            <a:r>
              <a:rPr lang="en-GB" noProof="0" dirty="0">
                <a:solidFill>
                  <a:schemeClr val="bg1">
                    <a:lumMod val="65000"/>
                  </a:schemeClr>
                </a:solidFill>
              </a:rPr>
              <a:t>(</a:t>
            </a:r>
            <a:r>
              <a:rPr lang="en-GB" noProof="0" dirty="0">
                <a:solidFill>
                  <a:schemeClr val="bg1">
                    <a:lumMod val="65000"/>
                  </a:schemeClr>
                </a:solidFill>
                <a:hlinkClick r:id="rId2">
                  <a:extLst>
                    <a:ext uri="{A12FA001-AC4F-418D-AE19-62706E023703}">
                      <ahyp:hlinkClr xmlns:ahyp="http://schemas.microsoft.com/office/drawing/2018/hyperlinkcolor" val="tx"/>
                    </a:ext>
                  </a:extLst>
                </a:hlinkClick>
              </a:rPr>
              <a:t>http://127.0.0.1:5000</a:t>
            </a:r>
            <a:r>
              <a:rPr lang="en-GB" noProof="0" dirty="0">
                <a:solidFill>
                  <a:schemeClr val="bg1">
                    <a:lumMod val="65000"/>
                  </a:schemeClr>
                </a:solidFill>
              </a:rPr>
              <a:t>)</a:t>
            </a:r>
          </a:p>
          <a:p>
            <a:pPr marL="0" indent="0">
              <a:buNone/>
            </a:pPr>
            <a:r>
              <a:rPr lang="en-GB" noProof="0" dirty="0" err="1">
                <a:solidFill>
                  <a:schemeClr val="bg1">
                    <a:lumMod val="65000"/>
                  </a:schemeClr>
                </a:solidFill>
              </a:rPr>
              <a:t>mlflow.set_experiment</a:t>
            </a:r>
            <a:r>
              <a:rPr lang="en-GB" noProof="0" dirty="0">
                <a:solidFill>
                  <a:schemeClr val="bg1">
                    <a:lumMod val="65000"/>
                  </a:schemeClr>
                </a:solidFill>
              </a:rPr>
              <a:t>(”</a:t>
            </a:r>
            <a:r>
              <a:rPr lang="en-GB" noProof="0" dirty="0" err="1">
                <a:solidFill>
                  <a:schemeClr val="bg1">
                    <a:lumMod val="65000"/>
                  </a:schemeClr>
                </a:solidFill>
              </a:rPr>
              <a:t>my_experiment</a:t>
            </a:r>
            <a:r>
              <a:rPr lang="en-GB" noProof="0" dirty="0">
                <a:solidFill>
                  <a:schemeClr val="bg1">
                    <a:lumMod val="65000"/>
                  </a:schemeClr>
                </a:solidFill>
              </a:rPr>
              <a:t>”)</a:t>
            </a:r>
          </a:p>
          <a:p>
            <a:pPr marL="0" indent="0">
              <a:buNone/>
            </a:pPr>
            <a:r>
              <a:rPr lang="en-GB" noProof="0" dirty="0"/>
              <a:t>with </a:t>
            </a:r>
            <a:r>
              <a:rPr lang="en-GB" noProof="0" dirty="0" err="1"/>
              <a:t>mlflow.start_run</a:t>
            </a:r>
            <a:r>
              <a:rPr lang="en-GB" noProof="0" dirty="0"/>
              <a:t>() as </a:t>
            </a:r>
            <a:r>
              <a:rPr lang="en-GB" noProof="0" dirty="0">
                <a:solidFill>
                  <a:srgbClr val="00B050"/>
                </a:solidFill>
              </a:rPr>
              <a:t>run</a:t>
            </a:r>
            <a:r>
              <a:rPr lang="en-GB" noProof="0" dirty="0"/>
              <a:t>:</a:t>
            </a:r>
          </a:p>
          <a:p>
            <a:pPr marL="0" indent="0">
              <a:buNone/>
            </a:pPr>
            <a:r>
              <a:rPr lang="en-GB" noProof="0" dirty="0"/>
              <a:t>	</a:t>
            </a:r>
            <a:r>
              <a:rPr lang="en-GB" noProof="0" dirty="0" err="1">
                <a:solidFill>
                  <a:srgbClr val="00B050"/>
                </a:solidFill>
              </a:rPr>
              <a:t>mlflow.set_tag</a:t>
            </a:r>
            <a:r>
              <a:rPr lang="en-GB" noProof="0" dirty="0">
                <a:solidFill>
                  <a:srgbClr val="00B050"/>
                </a:solidFill>
              </a:rPr>
              <a:t>(key="Hello", value="World!")</a:t>
            </a:r>
          </a:p>
          <a:p>
            <a:pPr marL="0" indent="0">
              <a:buNone/>
            </a:pPr>
            <a:r>
              <a:rPr lang="en-GB" noProof="0" dirty="0">
                <a:solidFill>
                  <a:srgbClr val="00B050"/>
                </a:solidFill>
              </a:rPr>
              <a:t>	</a:t>
            </a:r>
            <a:r>
              <a:rPr lang="en-GB" noProof="0" dirty="0" err="1">
                <a:solidFill>
                  <a:srgbClr val="00B050"/>
                </a:solidFill>
              </a:rPr>
              <a:t>model.train_and_log</a:t>
            </a:r>
            <a:r>
              <a:rPr lang="en-GB" noProof="0" dirty="0">
                <a:solidFill>
                  <a:srgbClr val="00B050"/>
                </a:solidFill>
              </a:rPr>
              <a:t>()</a:t>
            </a:r>
          </a:p>
          <a:p>
            <a:pPr marL="0" indent="0">
              <a:buNone/>
            </a:pPr>
            <a:endParaRPr lang="en-GB" noProof="0" dirty="0">
              <a:solidFill>
                <a:srgbClr val="00B050"/>
              </a:solidFill>
            </a:endParaRPr>
          </a:p>
          <a:p>
            <a:endParaRPr lang="en-GB" noProof="0" dirty="0"/>
          </a:p>
        </p:txBody>
      </p:sp>
    </p:spTree>
    <p:extLst>
      <p:ext uri="{BB962C8B-B14F-4D97-AF65-F5344CB8AC3E}">
        <p14:creationId xmlns:p14="http://schemas.microsoft.com/office/powerpoint/2010/main" val="836339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CE9B8-0E3C-AA76-ED31-F0239718FF1C}"/>
              </a:ext>
            </a:extLst>
          </p:cNvPr>
          <p:cNvSpPr>
            <a:spLocks noGrp="1"/>
          </p:cNvSpPr>
          <p:nvPr>
            <p:ph type="title"/>
          </p:nvPr>
        </p:nvSpPr>
        <p:spPr/>
        <p:txBody>
          <a:bodyPr/>
          <a:lstStyle/>
          <a:p>
            <a:r>
              <a:rPr lang="en-GB" noProof="0" dirty="0"/>
              <a:t>Hands on 3: Logging to </a:t>
            </a:r>
            <a:r>
              <a:rPr lang="en-GB" noProof="0" dirty="0" err="1"/>
              <a:t>MLFlow</a:t>
            </a:r>
            <a:endParaRPr lang="en-GB" noProof="0" dirty="0"/>
          </a:p>
        </p:txBody>
      </p:sp>
      <p:sp>
        <p:nvSpPr>
          <p:cNvPr id="3" name="Content Placeholder 2">
            <a:extLst>
              <a:ext uri="{FF2B5EF4-FFF2-40B4-BE49-F238E27FC236}">
                <a16:creationId xmlns:a16="http://schemas.microsoft.com/office/drawing/2014/main" id="{3ACF2B96-FE91-438C-DE61-B6958C9C471C}"/>
              </a:ext>
            </a:extLst>
          </p:cNvPr>
          <p:cNvSpPr>
            <a:spLocks noGrp="1"/>
          </p:cNvSpPr>
          <p:nvPr>
            <p:ph idx="1"/>
          </p:nvPr>
        </p:nvSpPr>
        <p:spPr/>
        <p:txBody>
          <a:bodyPr/>
          <a:lstStyle/>
          <a:p>
            <a:pPr marL="0" indent="0">
              <a:buNone/>
            </a:pPr>
            <a:r>
              <a:rPr lang="en-GB" noProof="0" dirty="0"/>
              <a:t>Covers:</a:t>
            </a:r>
          </a:p>
          <a:p>
            <a:r>
              <a:rPr lang="en-GB" noProof="0" dirty="0"/>
              <a:t>Connecting to </a:t>
            </a:r>
            <a:r>
              <a:rPr lang="en-GB" noProof="0" dirty="0" err="1"/>
              <a:t>MLFlow</a:t>
            </a:r>
            <a:r>
              <a:rPr lang="en-GB" noProof="0" dirty="0"/>
              <a:t>.</a:t>
            </a:r>
          </a:p>
          <a:p>
            <a:r>
              <a:rPr lang="en-GB" noProof="0" dirty="0"/>
              <a:t>Logging:</a:t>
            </a:r>
          </a:p>
          <a:p>
            <a:pPr lvl="1">
              <a:buFont typeface="Courier New" panose="02070309020205020404" pitchFamily="49" charset="0"/>
              <a:buChar char="o"/>
            </a:pPr>
            <a:r>
              <a:rPr lang="en-GB" noProof="0" dirty="0"/>
              <a:t>Tags.</a:t>
            </a:r>
          </a:p>
          <a:p>
            <a:pPr lvl="1">
              <a:buFont typeface="Courier New" panose="02070309020205020404" pitchFamily="49" charset="0"/>
              <a:buChar char="o"/>
            </a:pPr>
            <a:r>
              <a:rPr lang="en-GB" noProof="0" dirty="0"/>
              <a:t>Parameters.</a:t>
            </a:r>
          </a:p>
          <a:p>
            <a:pPr lvl="1">
              <a:buFont typeface="Courier New" panose="02070309020205020404" pitchFamily="49" charset="0"/>
              <a:buChar char="o"/>
            </a:pPr>
            <a:r>
              <a:rPr lang="en-GB" noProof="0" dirty="0"/>
              <a:t>Artifacts.</a:t>
            </a:r>
          </a:p>
          <a:p>
            <a:pPr lvl="1">
              <a:buFont typeface="Courier New" panose="02070309020205020404" pitchFamily="49" charset="0"/>
              <a:buChar char="o"/>
            </a:pPr>
            <a:endParaRPr lang="en-GB" noProof="0" dirty="0"/>
          </a:p>
          <a:p>
            <a:pPr marL="342900" lvl="1" indent="0">
              <a:buNone/>
            </a:pPr>
            <a:r>
              <a:rPr lang="en-GB" noProof="0" dirty="0"/>
              <a:t>(15-20 mins)</a:t>
            </a:r>
          </a:p>
        </p:txBody>
      </p:sp>
    </p:spTree>
    <p:extLst>
      <p:ext uri="{BB962C8B-B14F-4D97-AF65-F5344CB8AC3E}">
        <p14:creationId xmlns:p14="http://schemas.microsoft.com/office/powerpoint/2010/main" val="1233461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0DDFE-5016-EB45-6D33-934A9EFB4C76}"/>
              </a:ext>
            </a:extLst>
          </p:cNvPr>
          <p:cNvSpPr>
            <a:spLocks noGrp="1"/>
          </p:cNvSpPr>
          <p:nvPr>
            <p:ph type="title"/>
          </p:nvPr>
        </p:nvSpPr>
        <p:spPr/>
        <p:txBody>
          <a:bodyPr/>
          <a:lstStyle/>
          <a:p>
            <a:r>
              <a:rPr lang="en-GB" noProof="0" dirty="0" err="1"/>
              <a:t>MLFlow</a:t>
            </a:r>
            <a:r>
              <a:rPr lang="en-GB" noProof="0" dirty="0"/>
              <a:t> models </a:t>
            </a:r>
          </a:p>
        </p:txBody>
      </p:sp>
      <p:sp>
        <p:nvSpPr>
          <p:cNvPr id="3" name="Content Placeholder 2">
            <a:extLst>
              <a:ext uri="{FF2B5EF4-FFF2-40B4-BE49-F238E27FC236}">
                <a16:creationId xmlns:a16="http://schemas.microsoft.com/office/drawing/2014/main" id="{FA10DFFF-BF88-7B0B-BE51-B6517FD5DDEC}"/>
              </a:ext>
            </a:extLst>
          </p:cNvPr>
          <p:cNvSpPr>
            <a:spLocks noGrp="1"/>
          </p:cNvSpPr>
          <p:nvPr>
            <p:ph idx="1"/>
          </p:nvPr>
        </p:nvSpPr>
        <p:spPr/>
        <p:txBody>
          <a:bodyPr/>
          <a:lstStyle/>
          <a:p>
            <a:r>
              <a:rPr lang="en-GB" noProof="0" dirty="0"/>
              <a:t>When logging a model in </a:t>
            </a:r>
            <a:r>
              <a:rPr lang="en-GB" noProof="0" dirty="0" err="1"/>
              <a:t>mlflow</a:t>
            </a:r>
            <a:r>
              <a:rPr lang="en-GB" noProof="0" dirty="0"/>
              <a:t> with </a:t>
            </a:r>
            <a:r>
              <a:rPr lang="en-GB" noProof="0" dirty="0" err="1"/>
              <a:t>mlflow.log_model</a:t>
            </a:r>
            <a:r>
              <a:rPr lang="en-GB" noProof="0" dirty="0"/>
              <a:t> a new model artifact is generated (under the runs models).  These can be added globally to the model registry and served by </a:t>
            </a:r>
            <a:r>
              <a:rPr lang="en-GB" noProof="0" dirty="0" err="1"/>
              <a:t>mlflow</a:t>
            </a:r>
            <a:r>
              <a:rPr lang="en-GB" noProof="0" dirty="0"/>
              <a:t> models or in a container.</a:t>
            </a:r>
          </a:p>
          <a:p>
            <a:r>
              <a:rPr lang="en-GB" noProof="0" dirty="0"/>
              <a:t>When logging our models we can provide an input-output signature, package the source files and define the requirements, environment etc.</a:t>
            </a:r>
          </a:p>
        </p:txBody>
      </p:sp>
    </p:spTree>
    <p:extLst>
      <p:ext uri="{BB962C8B-B14F-4D97-AF65-F5344CB8AC3E}">
        <p14:creationId xmlns:p14="http://schemas.microsoft.com/office/powerpoint/2010/main" val="1597364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0D41F-F041-305E-754E-E5B5A0C5CF0E}"/>
              </a:ext>
            </a:extLst>
          </p:cNvPr>
          <p:cNvSpPr>
            <a:spLocks noGrp="1"/>
          </p:cNvSpPr>
          <p:nvPr>
            <p:ph type="title"/>
          </p:nvPr>
        </p:nvSpPr>
        <p:spPr/>
        <p:txBody>
          <a:bodyPr/>
          <a:lstStyle/>
          <a:p>
            <a:r>
              <a:rPr lang="en-GB" noProof="0" dirty="0"/>
              <a:t>Serving a registered model</a:t>
            </a:r>
          </a:p>
        </p:txBody>
      </p:sp>
      <p:sp>
        <p:nvSpPr>
          <p:cNvPr id="3" name="Content Placeholder 2">
            <a:extLst>
              <a:ext uri="{FF2B5EF4-FFF2-40B4-BE49-F238E27FC236}">
                <a16:creationId xmlns:a16="http://schemas.microsoft.com/office/drawing/2014/main" id="{170B79FA-8CCD-54A8-5F15-E7987C254B23}"/>
              </a:ext>
            </a:extLst>
          </p:cNvPr>
          <p:cNvSpPr>
            <a:spLocks noGrp="1"/>
          </p:cNvSpPr>
          <p:nvPr>
            <p:ph idx="1"/>
          </p:nvPr>
        </p:nvSpPr>
        <p:spPr/>
        <p:txBody>
          <a:bodyPr>
            <a:normAutofit/>
          </a:bodyPr>
          <a:lstStyle/>
          <a:p>
            <a:pPr marL="0" indent="0">
              <a:buNone/>
            </a:pPr>
            <a:r>
              <a:rPr lang="en-GB" noProof="0" dirty="0"/>
              <a:t>With a model in the </a:t>
            </a:r>
            <a:r>
              <a:rPr lang="en-GB" noProof="0" dirty="0" err="1"/>
              <a:t>mlflow</a:t>
            </a:r>
            <a:r>
              <a:rPr lang="en-GB" noProof="0" dirty="0"/>
              <a:t> registry we may generate docker images for deployment with:</a:t>
            </a:r>
          </a:p>
          <a:p>
            <a:pPr marL="0" indent="0">
              <a:buNone/>
            </a:pPr>
            <a:r>
              <a:rPr lang="en-GB" noProof="0" dirty="0"/>
              <a:t> </a:t>
            </a:r>
            <a:r>
              <a:rPr lang="en-GB" noProof="0" dirty="0" err="1">
                <a:solidFill>
                  <a:schemeClr val="tx2">
                    <a:lumMod val="60000"/>
                    <a:lumOff val="40000"/>
                  </a:schemeClr>
                </a:solidFill>
              </a:rPr>
              <a:t>mlflow</a:t>
            </a:r>
            <a:r>
              <a:rPr lang="en-GB" noProof="0" dirty="0">
                <a:solidFill>
                  <a:schemeClr val="tx2">
                    <a:lumMod val="60000"/>
                    <a:lumOff val="40000"/>
                  </a:schemeClr>
                </a:solidFill>
              </a:rPr>
              <a:t> models build-docker –m ”models:/</a:t>
            </a:r>
            <a:r>
              <a:rPr lang="en-GB" noProof="0" dirty="0" err="1">
                <a:solidFill>
                  <a:schemeClr val="tx1">
                    <a:lumMod val="75000"/>
                    <a:lumOff val="25000"/>
                  </a:schemeClr>
                </a:solidFill>
              </a:rPr>
              <a:t>modelname</a:t>
            </a:r>
            <a:r>
              <a:rPr lang="en-GB" noProof="0" dirty="0">
                <a:solidFill>
                  <a:schemeClr val="tx1">
                    <a:lumMod val="75000"/>
                    <a:lumOff val="25000"/>
                  </a:schemeClr>
                </a:solidFill>
              </a:rPr>
              <a:t>/version</a:t>
            </a:r>
            <a:r>
              <a:rPr lang="en-GB" noProof="0" dirty="0">
                <a:solidFill>
                  <a:schemeClr val="tx2">
                    <a:lumMod val="60000"/>
                    <a:lumOff val="40000"/>
                  </a:schemeClr>
                </a:solidFill>
              </a:rPr>
              <a:t>” –n </a:t>
            </a:r>
            <a:r>
              <a:rPr lang="en-GB" noProof="0" dirty="0" err="1">
                <a:solidFill>
                  <a:schemeClr val="tx1">
                    <a:lumMod val="75000"/>
                    <a:lumOff val="25000"/>
                  </a:schemeClr>
                </a:solidFill>
              </a:rPr>
              <a:t>imagename</a:t>
            </a:r>
            <a:endParaRPr lang="en-GB" noProof="0" dirty="0">
              <a:solidFill>
                <a:schemeClr val="tx1">
                  <a:lumMod val="75000"/>
                  <a:lumOff val="25000"/>
                </a:schemeClr>
              </a:solidFill>
            </a:endParaRPr>
          </a:p>
          <a:p>
            <a:endParaRPr lang="en-GB" noProof="0" dirty="0"/>
          </a:p>
          <a:p>
            <a:pPr marL="0" indent="0">
              <a:buNone/>
            </a:pPr>
            <a:r>
              <a:rPr lang="en-GB" noProof="0" dirty="0"/>
              <a:t>We may also host a local server using </a:t>
            </a:r>
            <a:r>
              <a:rPr lang="en-GB" noProof="0" dirty="0" err="1"/>
              <a:t>mlflow</a:t>
            </a:r>
            <a:r>
              <a:rPr lang="en-GB" noProof="0" dirty="0"/>
              <a:t> command line with: </a:t>
            </a:r>
          </a:p>
          <a:p>
            <a:pPr marL="0" indent="0">
              <a:buNone/>
            </a:pPr>
            <a:endParaRPr lang="en-GB" noProof="0" dirty="0"/>
          </a:p>
          <a:p>
            <a:pPr marL="0" indent="0">
              <a:buNone/>
            </a:pPr>
            <a:r>
              <a:rPr lang="en-GB" noProof="0" dirty="0" err="1">
                <a:solidFill>
                  <a:schemeClr val="tx2">
                    <a:lumMod val="60000"/>
                    <a:lumOff val="40000"/>
                  </a:schemeClr>
                </a:solidFill>
              </a:rPr>
              <a:t>mlflow</a:t>
            </a:r>
            <a:r>
              <a:rPr lang="en-GB" noProof="0" dirty="0">
                <a:solidFill>
                  <a:schemeClr val="tx2">
                    <a:lumMod val="60000"/>
                    <a:lumOff val="40000"/>
                  </a:schemeClr>
                </a:solidFill>
              </a:rPr>
              <a:t> models serve -m "models:/</a:t>
            </a:r>
            <a:r>
              <a:rPr lang="en-GB" noProof="0" dirty="0" err="1">
                <a:solidFill>
                  <a:schemeClr val="tx1">
                    <a:lumMod val="75000"/>
                    <a:lumOff val="25000"/>
                  </a:schemeClr>
                </a:solidFill>
              </a:rPr>
              <a:t>modelname</a:t>
            </a:r>
            <a:r>
              <a:rPr lang="en-GB" noProof="0" dirty="0">
                <a:solidFill>
                  <a:schemeClr val="tx1">
                    <a:lumMod val="75000"/>
                    <a:lumOff val="25000"/>
                  </a:schemeClr>
                </a:solidFill>
              </a:rPr>
              <a:t>/version</a:t>
            </a:r>
            <a:r>
              <a:rPr lang="en-GB" noProof="0" dirty="0">
                <a:solidFill>
                  <a:schemeClr val="tx2">
                    <a:lumMod val="60000"/>
                    <a:lumOff val="40000"/>
                  </a:schemeClr>
                </a:solidFill>
              </a:rPr>
              <a:t>" -p </a:t>
            </a:r>
            <a:r>
              <a:rPr lang="en-GB" noProof="0" dirty="0">
                <a:solidFill>
                  <a:schemeClr val="tx1">
                    <a:lumMod val="75000"/>
                    <a:lumOff val="25000"/>
                  </a:schemeClr>
                </a:solidFill>
              </a:rPr>
              <a:t>port</a:t>
            </a:r>
          </a:p>
          <a:p>
            <a:pPr marL="0" indent="0">
              <a:buNone/>
            </a:pPr>
            <a:endParaRPr lang="en-GB" noProof="0" dirty="0">
              <a:solidFill>
                <a:schemeClr val="tx1">
                  <a:lumMod val="75000"/>
                  <a:lumOff val="25000"/>
                </a:schemeClr>
              </a:solidFill>
            </a:endParaRPr>
          </a:p>
          <a:p>
            <a:pPr marL="0" indent="0">
              <a:buNone/>
            </a:pPr>
            <a:endParaRPr lang="en-GB" sz="2000" i="1" noProof="0" dirty="0">
              <a:solidFill>
                <a:srgbClr val="FF0000"/>
              </a:solidFill>
            </a:endParaRPr>
          </a:p>
        </p:txBody>
      </p:sp>
    </p:spTree>
    <p:extLst>
      <p:ext uri="{BB962C8B-B14F-4D97-AF65-F5344CB8AC3E}">
        <p14:creationId xmlns:p14="http://schemas.microsoft.com/office/powerpoint/2010/main" val="3697593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E81F6-307A-EC9F-FFD9-4E774719B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AE63A-C760-A167-8DEB-88DE14EBFFBB}"/>
              </a:ext>
            </a:extLst>
          </p:cNvPr>
          <p:cNvSpPr>
            <a:spLocks noGrp="1"/>
          </p:cNvSpPr>
          <p:nvPr>
            <p:ph type="title"/>
          </p:nvPr>
        </p:nvSpPr>
        <p:spPr/>
        <p:txBody>
          <a:bodyPr/>
          <a:lstStyle/>
          <a:p>
            <a:r>
              <a:rPr lang="en-GB" noProof="0" dirty="0"/>
              <a:t>Serving a registered model</a:t>
            </a:r>
          </a:p>
        </p:txBody>
      </p:sp>
      <p:sp>
        <p:nvSpPr>
          <p:cNvPr id="3" name="Content Placeholder 2">
            <a:extLst>
              <a:ext uri="{FF2B5EF4-FFF2-40B4-BE49-F238E27FC236}">
                <a16:creationId xmlns:a16="http://schemas.microsoft.com/office/drawing/2014/main" id="{6639FC91-6C19-3981-E093-F36E4FE5C8AE}"/>
              </a:ext>
            </a:extLst>
          </p:cNvPr>
          <p:cNvSpPr>
            <a:spLocks noGrp="1"/>
          </p:cNvSpPr>
          <p:nvPr>
            <p:ph idx="1"/>
          </p:nvPr>
        </p:nvSpPr>
        <p:spPr/>
        <p:txBody>
          <a:bodyPr>
            <a:normAutofit/>
          </a:bodyPr>
          <a:lstStyle/>
          <a:p>
            <a:pPr marL="0" indent="0">
              <a:buNone/>
            </a:pPr>
            <a:r>
              <a:rPr lang="en-GB" noProof="0" dirty="0">
                <a:solidFill>
                  <a:srgbClr val="FF0000"/>
                </a:solidFill>
              </a:rPr>
              <a:t>NOTE! We need to set an environment variable pointing at our tracking server to connect the model server. Before using serve in , run the command:</a:t>
            </a:r>
          </a:p>
          <a:p>
            <a:pPr marL="0" indent="0">
              <a:buNone/>
            </a:pPr>
            <a:endParaRPr lang="en-GB" noProof="0" dirty="0">
              <a:solidFill>
                <a:srgbClr val="FF0000"/>
              </a:solidFill>
            </a:endParaRPr>
          </a:p>
          <a:p>
            <a:pPr marL="0" indent="0">
              <a:buNone/>
            </a:pPr>
            <a:r>
              <a:rPr lang="en-GB" noProof="0" dirty="0">
                <a:solidFill>
                  <a:srgbClr val="FF0000"/>
                </a:solidFill>
              </a:rPr>
              <a:t>(windows:) </a:t>
            </a:r>
            <a:r>
              <a:rPr lang="en-GB" noProof="0" dirty="0" err="1">
                <a:solidFill>
                  <a:srgbClr val="FF0000"/>
                </a:solidFill>
              </a:rPr>
              <a:t>setx</a:t>
            </a:r>
            <a:r>
              <a:rPr lang="en-GB" noProof="0" dirty="0">
                <a:solidFill>
                  <a:srgbClr val="FF0000"/>
                </a:solidFill>
              </a:rPr>
              <a:t> MLFLOW_TRACKING_URI &lt;tracker host&gt;:&lt;tracer port&gt;</a:t>
            </a:r>
          </a:p>
          <a:p>
            <a:pPr marL="0" indent="0">
              <a:buNone/>
            </a:pPr>
            <a:endParaRPr lang="en-GB" noProof="0" dirty="0">
              <a:solidFill>
                <a:srgbClr val="FF0000"/>
              </a:solidFill>
            </a:endParaRPr>
          </a:p>
          <a:p>
            <a:pPr marL="0" indent="0">
              <a:buNone/>
            </a:pPr>
            <a:r>
              <a:rPr lang="en-GB" noProof="0" dirty="0">
                <a:solidFill>
                  <a:srgbClr val="FF0000"/>
                </a:solidFill>
              </a:rPr>
              <a:t>(</a:t>
            </a:r>
            <a:r>
              <a:rPr lang="en-GB" noProof="0" dirty="0" err="1">
                <a:solidFill>
                  <a:srgbClr val="FF0000"/>
                </a:solidFill>
              </a:rPr>
              <a:t>linux</a:t>
            </a:r>
            <a:r>
              <a:rPr lang="en-GB" noProof="0" dirty="0">
                <a:solidFill>
                  <a:srgbClr val="FF0000"/>
                </a:solidFill>
              </a:rPr>
              <a:t>/mac:) export MLFLOW_TRACKING_URI= &lt;tracker host&gt;:&lt;tracer port&gt;</a:t>
            </a:r>
          </a:p>
          <a:p>
            <a:pPr marL="0" indent="0">
              <a:buNone/>
            </a:pPr>
            <a:endParaRPr lang="en-GB" noProof="0" dirty="0">
              <a:solidFill>
                <a:srgbClr val="FF0000"/>
              </a:solidFill>
            </a:endParaRPr>
          </a:p>
          <a:p>
            <a:pPr marL="0" indent="0">
              <a:buNone/>
            </a:pPr>
            <a:r>
              <a:rPr lang="en-GB" noProof="0" dirty="0">
                <a:solidFill>
                  <a:schemeClr val="tx1">
                    <a:lumMod val="65000"/>
                    <a:lumOff val="35000"/>
                  </a:schemeClr>
                </a:solidFill>
              </a:rPr>
              <a:t>Ex: </a:t>
            </a:r>
            <a:r>
              <a:rPr lang="en-GB" i="1" noProof="0" dirty="0" err="1">
                <a:solidFill>
                  <a:schemeClr val="tx1">
                    <a:lumMod val="65000"/>
                    <a:lumOff val="35000"/>
                  </a:schemeClr>
                </a:solidFill>
              </a:rPr>
              <a:t>setx</a:t>
            </a:r>
            <a:r>
              <a:rPr lang="en-GB" i="1" noProof="0" dirty="0">
                <a:solidFill>
                  <a:schemeClr val="tx1">
                    <a:lumMod val="65000"/>
                    <a:lumOff val="35000"/>
                  </a:schemeClr>
                </a:solidFill>
              </a:rPr>
              <a:t> MLFLOW_TRACKING_URI http://127.0.0.1:5000</a:t>
            </a:r>
          </a:p>
          <a:p>
            <a:pPr marL="0" indent="0">
              <a:buNone/>
            </a:pPr>
            <a:endParaRPr lang="en-GB" noProof="0" dirty="0">
              <a:solidFill>
                <a:schemeClr val="tx1">
                  <a:lumMod val="75000"/>
                  <a:lumOff val="25000"/>
                </a:schemeClr>
              </a:solidFill>
            </a:endParaRPr>
          </a:p>
          <a:p>
            <a:pPr marL="0" indent="0">
              <a:buNone/>
            </a:pPr>
            <a:endParaRPr lang="en-GB" sz="2000" i="1" noProof="0" dirty="0">
              <a:solidFill>
                <a:srgbClr val="FF0000"/>
              </a:solidFill>
            </a:endParaRPr>
          </a:p>
        </p:txBody>
      </p:sp>
    </p:spTree>
    <p:extLst>
      <p:ext uri="{BB962C8B-B14F-4D97-AF65-F5344CB8AC3E}">
        <p14:creationId xmlns:p14="http://schemas.microsoft.com/office/powerpoint/2010/main" val="81793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6303-5BAC-A64E-B547-EA956C8A7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D0433-0803-FAC0-FA2F-8B7F16BDEB92}"/>
              </a:ext>
            </a:extLst>
          </p:cNvPr>
          <p:cNvSpPr>
            <a:spLocks noGrp="1"/>
          </p:cNvSpPr>
          <p:nvPr>
            <p:ph type="title"/>
          </p:nvPr>
        </p:nvSpPr>
        <p:spPr/>
        <p:txBody>
          <a:bodyPr/>
          <a:lstStyle/>
          <a:p>
            <a:r>
              <a:rPr lang="en-GB" noProof="0" dirty="0"/>
              <a:t>Serving a registered model</a:t>
            </a:r>
          </a:p>
        </p:txBody>
      </p:sp>
      <p:sp>
        <p:nvSpPr>
          <p:cNvPr id="3" name="Content Placeholder 2">
            <a:extLst>
              <a:ext uri="{FF2B5EF4-FFF2-40B4-BE49-F238E27FC236}">
                <a16:creationId xmlns:a16="http://schemas.microsoft.com/office/drawing/2014/main" id="{9FE3C3B5-AA58-189A-4A41-D0B7870CAD01}"/>
              </a:ext>
            </a:extLst>
          </p:cNvPr>
          <p:cNvSpPr>
            <a:spLocks noGrp="1"/>
          </p:cNvSpPr>
          <p:nvPr>
            <p:ph idx="1"/>
          </p:nvPr>
        </p:nvSpPr>
        <p:spPr/>
        <p:txBody>
          <a:bodyPr>
            <a:normAutofit/>
          </a:bodyPr>
          <a:lstStyle/>
          <a:p>
            <a:pPr marL="0" indent="0">
              <a:buNone/>
            </a:pPr>
            <a:r>
              <a:rPr lang="en-GB" noProof="0" dirty="0"/>
              <a:t>In our exercise (running with default names and configurations) this will be:</a:t>
            </a:r>
          </a:p>
          <a:p>
            <a:pPr marL="0" indent="0">
              <a:buNone/>
            </a:pPr>
            <a:endParaRPr lang="en-GB" noProof="0" dirty="0"/>
          </a:p>
          <a:p>
            <a:pPr marL="0" indent="0">
              <a:buNone/>
            </a:pPr>
            <a:r>
              <a:rPr lang="en-GB" noProof="0" dirty="0" err="1">
                <a:solidFill>
                  <a:schemeClr val="tx2">
                    <a:lumMod val="60000"/>
                    <a:lumOff val="40000"/>
                  </a:schemeClr>
                </a:solidFill>
              </a:rPr>
              <a:t>mlflow</a:t>
            </a:r>
            <a:r>
              <a:rPr lang="en-GB" noProof="0" dirty="0">
                <a:solidFill>
                  <a:schemeClr val="tx2">
                    <a:lumMod val="60000"/>
                    <a:lumOff val="40000"/>
                  </a:schemeClr>
                </a:solidFill>
              </a:rPr>
              <a:t> models serve -m "models:/</a:t>
            </a:r>
            <a:r>
              <a:rPr lang="en-GB" noProof="0" dirty="0" err="1">
                <a:solidFill>
                  <a:schemeClr val="tx2">
                    <a:lumMod val="60000"/>
                    <a:lumOff val="40000"/>
                  </a:schemeClr>
                </a:solidFill>
              </a:rPr>
              <a:t>MLP_circles</a:t>
            </a:r>
            <a:r>
              <a:rPr lang="en-GB" noProof="0" dirty="0">
                <a:solidFill>
                  <a:schemeClr val="tx2">
                    <a:lumMod val="60000"/>
                    <a:lumOff val="40000"/>
                  </a:schemeClr>
                </a:solidFill>
              </a:rPr>
              <a:t>/1" --no-</a:t>
            </a:r>
            <a:r>
              <a:rPr lang="en-GB" noProof="0" dirty="0" err="1">
                <a:solidFill>
                  <a:schemeClr val="tx2">
                    <a:lumMod val="60000"/>
                    <a:lumOff val="40000"/>
                  </a:schemeClr>
                </a:solidFill>
              </a:rPr>
              <a:t>conda</a:t>
            </a:r>
            <a:r>
              <a:rPr lang="en-GB" noProof="0" dirty="0">
                <a:solidFill>
                  <a:schemeClr val="tx2">
                    <a:lumMod val="60000"/>
                    <a:lumOff val="40000"/>
                  </a:schemeClr>
                </a:solidFill>
              </a:rPr>
              <a:t> -p 5001</a:t>
            </a:r>
          </a:p>
          <a:p>
            <a:pPr marL="0" indent="0">
              <a:buNone/>
            </a:pPr>
            <a:endParaRPr lang="en-GB" noProof="0" dirty="0">
              <a:solidFill>
                <a:schemeClr val="tx2">
                  <a:lumMod val="60000"/>
                  <a:lumOff val="40000"/>
                </a:schemeClr>
              </a:solidFill>
            </a:endParaRPr>
          </a:p>
          <a:p>
            <a:pPr marL="0" indent="0">
              <a:buNone/>
            </a:pPr>
            <a:r>
              <a:rPr lang="en-GB" sz="2000" i="1" noProof="0" dirty="0">
                <a:solidFill>
                  <a:schemeClr val="tx1">
                    <a:lumMod val="65000"/>
                    <a:lumOff val="35000"/>
                  </a:schemeClr>
                </a:solidFill>
              </a:rPr>
              <a:t>(Where we disable the environment setup using –no-</a:t>
            </a:r>
            <a:r>
              <a:rPr lang="en-GB" sz="2000" i="1" noProof="0" dirty="0" err="1">
                <a:solidFill>
                  <a:schemeClr val="tx1">
                    <a:lumMod val="65000"/>
                    <a:lumOff val="35000"/>
                  </a:schemeClr>
                </a:solidFill>
              </a:rPr>
              <a:t>conda</a:t>
            </a:r>
            <a:r>
              <a:rPr lang="en-GB" sz="2000" i="1" noProof="0" dirty="0">
                <a:solidFill>
                  <a:schemeClr val="tx1">
                    <a:lumMod val="65000"/>
                    <a:lumOff val="35000"/>
                  </a:schemeClr>
                </a:solidFill>
              </a:rPr>
              <a:t> due to working in an environment already set up for the project.)</a:t>
            </a:r>
          </a:p>
          <a:p>
            <a:pPr marL="0" indent="0">
              <a:buNone/>
            </a:pPr>
            <a:endParaRPr lang="en-GB" sz="2000" i="1" noProof="0" dirty="0">
              <a:solidFill>
                <a:schemeClr val="tx1">
                  <a:lumMod val="65000"/>
                  <a:lumOff val="35000"/>
                </a:schemeClr>
              </a:solidFill>
            </a:endParaRPr>
          </a:p>
        </p:txBody>
      </p:sp>
    </p:spTree>
    <p:extLst>
      <p:ext uri="{BB962C8B-B14F-4D97-AF65-F5344CB8AC3E}">
        <p14:creationId xmlns:p14="http://schemas.microsoft.com/office/powerpoint/2010/main" val="2761414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4A74B-A761-7F2A-7E2E-8F1F3C53C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1E1BC-1AC2-AC30-3113-42B44BD4545F}"/>
              </a:ext>
            </a:extLst>
          </p:cNvPr>
          <p:cNvSpPr>
            <a:spLocks noGrp="1"/>
          </p:cNvSpPr>
          <p:nvPr>
            <p:ph type="title"/>
          </p:nvPr>
        </p:nvSpPr>
        <p:spPr/>
        <p:txBody>
          <a:bodyPr/>
          <a:lstStyle/>
          <a:p>
            <a:r>
              <a:rPr lang="en-GB" noProof="0" dirty="0"/>
              <a:t>Hands on 4: Packaging models and serving.</a:t>
            </a:r>
          </a:p>
        </p:txBody>
      </p:sp>
      <p:sp>
        <p:nvSpPr>
          <p:cNvPr id="3" name="Content Placeholder 2">
            <a:extLst>
              <a:ext uri="{FF2B5EF4-FFF2-40B4-BE49-F238E27FC236}">
                <a16:creationId xmlns:a16="http://schemas.microsoft.com/office/drawing/2014/main" id="{F682C124-EB6D-F845-F3D3-1A5C93BCBFC3}"/>
              </a:ext>
            </a:extLst>
          </p:cNvPr>
          <p:cNvSpPr>
            <a:spLocks noGrp="1"/>
          </p:cNvSpPr>
          <p:nvPr>
            <p:ph idx="1"/>
          </p:nvPr>
        </p:nvSpPr>
        <p:spPr/>
        <p:txBody>
          <a:bodyPr/>
          <a:lstStyle/>
          <a:p>
            <a:r>
              <a:rPr lang="en-GB" noProof="0" dirty="0"/>
              <a:t>Covers:</a:t>
            </a:r>
          </a:p>
          <a:p>
            <a:r>
              <a:rPr lang="en-GB" noProof="0" dirty="0"/>
              <a:t>Logging the model.</a:t>
            </a:r>
          </a:p>
          <a:p>
            <a:r>
              <a:rPr lang="en-GB" noProof="0" dirty="0"/>
              <a:t>Trying out the model registry.</a:t>
            </a:r>
          </a:p>
          <a:p>
            <a:r>
              <a:rPr lang="en-GB" noProof="0" dirty="0"/>
              <a:t>Serving and calling your test model (?)</a:t>
            </a:r>
          </a:p>
          <a:p>
            <a:endParaRPr lang="en-GB" noProof="0" dirty="0"/>
          </a:p>
          <a:p>
            <a:pPr marL="342900" lvl="1" indent="0">
              <a:buNone/>
            </a:pPr>
            <a:r>
              <a:rPr lang="en-GB" noProof="0" dirty="0"/>
              <a:t>(15-20 mins)</a:t>
            </a:r>
          </a:p>
          <a:p>
            <a:endParaRPr lang="en-GB" noProof="0" dirty="0"/>
          </a:p>
        </p:txBody>
      </p:sp>
    </p:spTree>
    <p:extLst>
      <p:ext uri="{BB962C8B-B14F-4D97-AF65-F5344CB8AC3E}">
        <p14:creationId xmlns:p14="http://schemas.microsoft.com/office/powerpoint/2010/main" val="1421207536"/>
      </p:ext>
    </p:extLst>
  </p:cSld>
  <p:clrMapOvr>
    <a:masterClrMapping/>
  </p:clrMapOvr>
</p:sld>
</file>

<file path=ppt/theme/theme1.xml><?xml version="1.0" encoding="utf-8"?>
<a:theme xmlns:a="http://schemas.openxmlformats.org/drawingml/2006/main" name="HH_Tema_Bredbild">
  <a:themeElements>
    <a:clrScheme name="HH-mall">
      <a:dk1>
        <a:sysClr val="windowText" lastClr="000000"/>
      </a:dk1>
      <a:lt1>
        <a:sysClr val="window" lastClr="FFFFFF"/>
      </a:lt1>
      <a:dk2>
        <a:srgbClr val="1F497D"/>
      </a:dk2>
      <a:lt2>
        <a:srgbClr val="EEECE1"/>
      </a:lt2>
      <a:accent1>
        <a:srgbClr val="004985"/>
      </a:accent1>
      <a:accent2>
        <a:srgbClr val="22BBEA"/>
      </a:accent2>
      <a:accent3>
        <a:srgbClr val="006DB0"/>
      </a:accent3>
      <a:accent4>
        <a:srgbClr val="96C0E3"/>
      </a:accent4>
      <a:accent5>
        <a:srgbClr val="B81218"/>
      </a:accent5>
      <a:accent6>
        <a:srgbClr val="B0CC3B"/>
      </a:accent6>
      <a:hlink>
        <a:srgbClr val="0000FF"/>
      </a:hlink>
      <a:folHlink>
        <a:srgbClr val="800080"/>
      </a:folHlink>
    </a:clrScheme>
    <a:fontScheme name="HH-PPT">
      <a:majorFont>
        <a:latin typeface="Gill Sans Std"/>
        <a:ea typeface=""/>
        <a:cs typeface=""/>
      </a:majorFont>
      <a:minorFont>
        <a:latin typeface="Gill Sans St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53" id="{FA968A38-EE16-894E-B128-1196C3410603}" vid="{5B1A080D-E40F-534B-9E6D-BB2426F56E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F52B32CC3EDBA45AE1C67F95CF2265B" ma:contentTypeVersion="10" ma:contentTypeDescription="Create a new document." ma:contentTypeScope="" ma:versionID="d0b57fc3db4fe54854b05f69ec0d15a3">
  <xsd:schema xmlns:xsd="http://www.w3.org/2001/XMLSchema" xmlns:xs="http://www.w3.org/2001/XMLSchema" xmlns:p="http://schemas.microsoft.com/office/2006/metadata/properties" xmlns:ns2="58a62b21-5b7a-43f2-b3a8-c78bcb4d290e" xmlns:ns3="800987bc-c2e6-4de3-999c-991a2fcbffae" targetNamespace="http://schemas.microsoft.com/office/2006/metadata/properties" ma:root="true" ma:fieldsID="fca18c009981b7473d2ec2f63cf72fe6" ns2:_="" ns3:_="">
    <xsd:import namespace="58a62b21-5b7a-43f2-b3a8-c78bcb4d290e"/>
    <xsd:import namespace="800987bc-c2e6-4de3-999c-991a2fcbff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a62b21-5b7a-43f2-b3a8-c78bcb4d29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0564354-fc98-4780-8b9d-42bd6952d0a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0987bc-c2e6-4de3-999c-991a2fcbffa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3fe2581-38c2-4023-9a40-d435f740cc74}" ma:internalName="TaxCatchAll" ma:showField="CatchAllData" ma:web="800987bc-c2e6-4de3-999c-991a2fcbff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8a62b21-5b7a-43f2-b3a8-c78bcb4d290e">
      <Terms xmlns="http://schemas.microsoft.com/office/infopath/2007/PartnerControls"/>
    </lcf76f155ced4ddcb4097134ff3c332f>
    <TaxCatchAll xmlns="800987bc-c2e6-4de3-999c-991a2fcbffae" xsi:nil="true"/>
  </documentManagement>
</p:properties>
</file>

<file path=customXml/itemProps1.xml><?xml version="1.0" encoding="utf-8"?>
<ds:datastoreItem xmlns:ds="http://schemas.openxmlformats.org/officeDocument/2006/customXml" ds:itemID="{8302D36C-189B-4E7F-82CC-84784A4DF9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a62b21-5b7a-43f2-b3a8-c78bcb4d290e"/>
    <ds:schemaRef ds:uri="800987bc-c2e6-4de3-999c-991a2fcbff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1971E8-23B5-43B3-9A4C-0E1B2946A2FB}">
  <ds:schemaRefs>
    <ds:schemaRef ds:uri="http://schemas.microsoft.com/sharepoint/v3/contenttype/forms"/>
  </ds:schemaRefs>
</ds:datastoreItem>
</file>

<file path=customXml/itemProps3.xml><?xml version="1.0" encoding="utf-8"?>
<ds:datastoreItem xmlns:ds="http://schemas.openxmlformats.org/officeDocument/2006/customXml" ds:itemID="{BAEEE59F-AA54-4C9C-BCA1-725BB87F78A3}">
  <ds:schemaRefs>
    <ds:schemaRef ds:uri="http://schemas.microsoft.com/office/2006/documentManagement/types"/>
    <ds:schemaRef ds:uri="http://purl.org/dc/terms/"/>
    <ds:schemaRef ds:uri="58a62b21-5b7a-43f2-b3a8-c78bcb4d290e"/>
    <ds:schemaRef ds:uri="http://schemas.microsoft.com/office/2006/metadata/properties"/>
    <ds:schemaRef ds:uri="http://purl.org/dc/elements/1.1/"/>
    <ds:schemaRef ds:uri="http://www.w3.org/XML/1998/namespace"/>
    <ds:schemaRef ds:uri="http://schemas.openxmlformats.org/package/2006/metadata/core-properties"/>
    <ds:schemaRef ds:uri="800987bc-c2e6-4de3-999c-991a2fcbffae"/>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PresentationENG_Bredbild</Template>
  <TotalTime>15191</TotalTime>
  <Words>1990</Words>
  <Application>Microsoft Office PowerPoint</Application>
  <PresentationFormat>Widescreen</PresentationFormat>
  <Paragraphs>200</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Courier New</vt:lpstr>
      <vt:lpstr>Gill Sans Std</vt:lpstr>
      <vt:lpstr>Gill Sans Std Light</vt:lpstr>
      <vt:lpstr>JetBrains Mono</vt:lpstr>
      <vt:lpstr>HH_Tema_Bredbild</vt:lpstr>
      <vt:lpstr>Hands on session</vt:lpstr>
      <vt:lpstr>Resources</vt:lpstr>
      <vt:lpstr>Hands on 0:</vt:lpstr>
      <vt:lpstr>Hyperparameter selection (Optuna)</vt:lpstr>
      <vt:lpstr>Studies</vt:lpstr>
      <vt:lpstr>Suggest</vt:lpstr>
      <vt:lpstr>Studies</vt:lpstr>
      <vt:lpstr>Objectives</vt:lpstr>
      <vt:lpstr>Ex:  Defining our objective</vt:lpstr>
      <vt:lpstr>Ex:  Defining and running our study</vt:lpstr>
      <vt:lpstr>Optuna dashboard</vt:lpstr>
      <vt:lpstr>Hands on 1):  Setting up an optimization run.</vt:lpstr>
      <vt:lpstr>Pruning</vt:lpstr>
      <vt:lpstr>Pruning</vt:lpstr>
      <vt:lpstr>Hands on 2): Pruning</vt:lpstr>
      <vt:lpstr>Experiment tracking (MLFlow)</vt:lpstr>
      <vt:lpstr>General structure</vt:lpstr>
      <vt:lpstr>Setting up the MLFlow tracking server</vt:lpstr>
      <vt:lpstr>Connecting to mlflow in your code:</vt:lpstr>
      <vt:lpstr>MLFlow logging</vt:lpstr>
      <vt:lpstr>MLFlow logging</vt:lpstr>
      <vt:lpstr>Active run</vt:lpstr>
      <vt:lpstr>Hands on 3: Logging to MLFlow</vt:lpstr>
      <vt:lpstr>MLFlow models </vt:lpstr>
      <vt:lpstr>Serving a registered model</vt:lpstr>
      <vt:lpstr>Serving a registered model</vt:lpstr>
      <vt:lpstr>Serving a registered model</vt:lpstr>
      <vt:lpstr>Hands on 4: Packaging models and serving.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Mikael Andersson</dc:creator>
  <cp:lastModifiedBy>Mikael Andersson</cp:lastModifiedBy>
  <cp:revision>6</cp:revision>
  <dcterms:created xsi:type="dcterms:W3CDTF">2026-01-28T09:59:36Z</dcterms:created>
  <dcterms:modified xsi:type="dcterms:W3CDTF">2026-02-13T13:34:51Z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0x0101005F52B32CC3EDBA45AE1C67F95CF2265B</vt:lpwstr>
  </property>
  <property fmtid="{D5CDD505-2E9C-101B-9397-08002B2CF9AE}" pid="3" name="MediaServiceImageTags">
    <vt:lpwstr/>
  </property>
</Properties>
</file>