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sldIdLst>
    <p:sldId id="256" r:id="rId5"/>
    <p:sldId id="258" r:id="rId6"/>
    <p:sldId id="274" r:id="rId7"/>
    <p:sldId id="260" r:id="rId8"/>
    <p:sldId id="259" r:id="rId9"/>
    <p:sldId id="308" r:id="rId10"/>
    <p:sldId id="263" r:id="rId11"/>
    <p:sldId id="264" r:id="rId12"/>
    <p:sldId id="300" r:id="rId13"/>
    <p:sldId id="309" r:id="rId14"/>
    <p:sldId id="261" r:id="rId15"/>
    <p:sldId id="310" r:id="rId16"/>
    <p:sldId id="320" r:id="rId17"/>
    <p:sldId id="262" r:id="rId18"/>
    <p:sldId id="265" r:id="rId19"/>
    <p:sldId id="318" r:id="rId20"/>
    <p:sldId id="266" r:id="rId21"/>
    <p:sldId id="316" r:id="rId22"/>
    <p:sldId id="317" r:id="rId23"/>
    <p:sldId id="267" r:id="rId24"/>
    <p:sldId id="323" r:id="rId25"/>
    <p:sldId id="324" r:id="rId26"/>
    <p:sldId id="326" r:id="rId27"/>
    <p:sldId id="325" r:id="rId28"/>
    <p:sldId id="268" r:id="rId29"/>
    <p:sldId id="311" r:id="rId30"/>
    <p:sldId id="312" r:id="rId31"/>
    <p:sldId id="313" r:id="rId32"/>
    <p:sldId id="314" r:id="rId33"/>
    <p:sldId id="315" r:id="rId34"/>
    <p:sldId id="269" r:id="rId35"/>
    <p:sldId id="270" r:id="rId36"/>
    <p:sldId id="271" r:id="rId37"/>
    <p:sldId id="321" r:id="rId38"/>
    <p:sldId id="272" r:id="rId39"/>
    <p:sldId id="273" r:id="rId40"/>
    <p:sldId id="322" r:id="rId41"/>
    <p:sldId id="319" r:id="rId42"/>
    <p:sldId id="307" r:id="rId43"/>
  </p:sldIdLst>
  <p:sldSz cx="12192000" cy="6858000"/>
  <p:notesSz cx="6858000" cy="9144000"/>
  <p:defaultTextStyle>
    <a:defPPr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33EE9-71F5-46C0-BA23-2C0300C0D32E}" v="1" dt="2026-09-15T07:15:41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95" d="100"/>
          <a:sy n="95" d="100"/>
        </p:scale>
        <p:origin x="3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ael Andersson" userId="1bd90723-cf1e-4391-b570-115fabeed731" providerId="ADAL" clId="{2C79296B-CDBD-425A-93D5-20E7CADC8398}"/>
    <pc:docChg chg="undo custSel addSld delSld modSld sldOrd">
      <pc:chgData name="Mikael Andersson" userId="1bd90723-cf1e-4391-b570-115fabeed731" providerId="ADAL" clId="{2C79296B-CDBD-425A-93D5-20E7CADC8398}" dt="2026-09-15T07:19:09.600" v="2240" actId="20577"/>
      <pc:docMkLst>
        <pc:docMk/>
      </pc:docMkLst>
      <pc:sldChg chg="modSp mod">
        <pc:chgData name="Mikael Andersson" userId="1bd90723-cf1e-4391-b570-115fabeed731" providerId="ADAL" clId="{2C79296B-CDBD-425A-93D5-20E7CADC8398}" dt="2026-09-11T08:41:27.979" v="675" actId="20577"/>
        <pc:sldMkLst>
          <pc:docMk/>
          <pc:sldMk cId="677083375" sldId="258"/>
        </pc:sldMkLst>
        <pc:spChg chg="mod">
          <ac:chgData name="Mikael Andersson" userId="1bd90723-cf1e-4391-b570-115fabeed731" providerId="ADAL" clId="{2C79296B-CDBD-425A-93D5-20E7CADC8398}" dt="2026-09-11T08:41:27.979" v="675" actId="20577"/>
          <ac:spMkLst>
            <pc:docMk/>
            <pc:sldMk cId="677083375" sldId="258"/>
            <ac:spMk id="3" creationId="{46289AA7-9667-B2AB-580D-455A62765740}"/>
          </ac:spMkLst>
        </pc:spChg>
      </pc:sldChg>
      <pc:sldChg chg="addSp modSp mod">
        <pc:chgData name="Mikael Andersson" userId="1bd90723-cf1e-4391-b570-115fabeed731" providerId="ADAL" clId="{2C79296B-CDBD-425A-93D5-20E7CADC8398}" dt="2026-09-11T07:49:05.874" v="284" actId="1076"/>
        <pc:sldMkLst>
          <pc:docMk/>
          <pc:sldMk cId="1521037847" sldId="260"/>
        </pc:sldMkLst>
        <pc:spChg chg="add mod">
          <ac:chgData name="Mikael Andersson" userId="1bd90723-cf1e-4391-b570-115fabeed731" providerId="ADAL" clId="{2C79296B-CDBD-425A-93D5-20E7CADC8398}" dt="2026-09-11T07:49:00.043" v="283" actId="1076"/>
          <ac:spMkLst>
            <pc:docMk/>
            <pc:sldMk cId="1521037847" sldId="260"/>
            <ac:spMk id="7" creationId="{04A791A8-1E4F-6649-7054-6A38A9CEE305}"/>
          </ac:spMkLst>
        </pc:spChg>
        <pc:picChg chg="add mod">
          <ac:chgData name="Mikael Andersson" userId="1bd90723-cf1e-4391-b570-115fabeed731" providerId="ADAL" clId="{2C79296B-CDBD-425A-93D5-20E7CADC8398}" dt="2026-09-11T07:49:05.874" v="284" actId="1076"/>
          <ac:picMkLst>
            <pc:docMk/>
            <pc:sldMk cId="1521037847" sldId="260"/>
            <ac:picMk id="5" creationId="{32F68F7E-EC16-87AA-AE36-15FCFAD4D156}"/>
          </ac:picMkLst>
        </pc:picChg>
      </pc:sldChg>
      <pc:sldChg chg="addSp delSp modSp mod">
        <pc:chgData name="Mikael Andersson" userId="1bd90723-cf1e-4391-b570-115fabeed731" providerId="ADAL" clId="{2C79296B-CDBD-425A-93D5-20E7CADC8398}" dt="2026-09-11T07:58:41.699" v="607" actId="1076"/>
        <pc:sldMkLst>
          <pc:docMk/>
          <pc:sldMk cId="3720220862" sldId="262"/>
        </pc:sldMkLst>
        <pc:spChg chg="mod">
          <ac:chgData name="Mikael Andersson" userId="1bd90723-cf1e-4391-b570-115fabeed731" providerId="ADAL" clId="{2C79296B-CDBD-425A-93D5-20E7CADC8398}" dt="2026-09-11T07:53:52.310" v="599" actId="20577"/>
          <ac:spMkLst>
            <pc:docMk/>
            <pc:sldMk cId="3720220862" sldId="262"/>
            <ac:spMk id="3" creationId="{D5DAD964-B06A-51A4-0D49-34478018BC71}"/>
          </ac:spMkLst>
        </pc:spChg>
        <pc:picChg chg="add mod">
          <ac:chgData name="Mikael Andersson" userId="1bd90723-cf1e-4391-b570-115fabeed731" providerId="ADAL" clId="{2C79296B-CDBD-425A-93D5-20E7CADC8398}" dt="2026-09-11T07:58:41.699" v="607" actId="1076"/>
          <ac:picMkLst>
            <pc:docMk/>
            <pc:sldMk cId="3720220862" sldId="262"/>
            <ac:picMk id="9" creationId="{CAAB873D-DDE4-62E4-4491-F2FA7DA48815}"/>
          </ac:picMkLst>
        </pc:picChg>
      </pc:sldChg>
      <pc:sldChg chg="addSp delSp modSp mod">
        <pc:chgData name="Mikael Andersson" userId="1bd90723-cf1e-4391-b570-115fabeed731" providerId="ADAL" clId="{2C79296B-CDBD-425A-93D5-20E7CADC8398}" dt="2026-09-11T08:00:48.283" v="615" actId="478"/>
        <pc:sldMkLst>
          <pc:docMk/>
          <pc:sldMk cId="2047259885" sldId="265"/>
        </pc:sldMkLst>
        <pc:spChg chg="mod">
          <ac:chgData name="Mikael Andersson" userId="1bd90723-cf1e-4391-b570-115fabeed731" providerId="ADAL" clId="{2C79296B-CDBD-425A-93D5-20E7CADC8398}" dt="2026-09-11T08:00:08.314" v="608" actId="14100"/>
          <ac:spMkLst>
            <pc:docMk/>
            <pc:sldMk cId="2047259885" sldId="265"/>
            <ac:spMk id="3" creationId="{50B2A41D-1F01-8CDA-782A-C07A938E1880}"/>
          </ac:spMkLst>
        </pc:spChg>
      </pc:sldChg>
      <pc:sldChg chg="addSp delSp modSp mod">
        <pc:chgData name="Mikael Andersson" userId="1bd90723-cf1e-4391-b570-115fabeed731" providerId="ADAL" clId="{2C79296B-CDBD-425A-93D5-20E7CADC8398}" dt="2026-09-10T21:57:47.278" v="224" actId="478"/>
        <pc:sldMkLst>
          <pc:docMk/>
          <pc:sldMk cId="3835112369" sldId="266"/>
        </pc:sldMkLst>
        <pc:spChg chg="mod">
          <ac:chgData name="Mikael Andersson" userId="1bd90723-cf1e-4391-b570-115fabeed731" providerId="ADAL" clId="{2C79296B-CDBD-425A-93D5-20E7CADC8398}" dt="2026-09-10T21:54:22.498" v="218" actId="14100"/>
          <ac:spMkLst>
            <pc:docMk/>
            <pc:sldMk cId="3835112369" sldId="266"/>
            <ac:spMk id="3" creationId="{1439A679-7E50-A3E2-2B09-D1DFBFB05EC8}"/>
          </ac:spMkLst>
        </pc:spChg>
      </pc:sldChg>
      <pc:sldChg chg="modSp mod">
        <pc:chgData name="Mikael Andersson" userId="1bd90723-cf1e-4391-b570-115fabeed731" providerId="ADAL" clId="{2C79296B-CDBD-425A-93D5-20E7CADC8398}" dt="2026-09-11T08:44:44.333" v="681" actId="114"/>
        <pc:sldMkLst>
          <pc:docMk/>
          <pc:sldMk cId="3606917655" sldId="267"/>
        </pc:sldMkLst>
        <pc:spChg chg="mod">
          <ac:chgData name="Mikael Andersson" userId="1bd90723-cf1e-4391-b570-115fabeed731" providerId="ADAL" clId="{2C79296B-CDBD-425A-93D5-20E7CADC8398}" dt="2026-09-11T08:44:44.333" v="681" actId="114"/>
          <ac:spMkLst>
            <pc:docMk/>
            <pc:sldMk cId="3606917655" sldId="267"/>
            <ac:spMk id="3" creationId="{1A56ED48-CF29-59D0-DAC5-D05ECCE9045E}"/>
          </ac:spMkLst>
        </pc:spChg>
      </pc:sldChg>
      <pc:sldChg chg="addSp modSp mod">
        <pc:chgData name="Mikael Andersson" userId="1bd90723-cf1e-4391-b570-115fabeed731" providerId="ADAL" clId="{2C79296B-CDBD-425A-93D5-20E7CADC8398}" dt="2026-09-11T08:07:35.823" v="666" actId="20577"/>
        <pc:sldMkLst>
          <pc:docMk/>
          <pc:sldMk cId="809955425" sldId="268"/>
        </pc:sldMkLst>
        <pc:spChg chg="add mod">
          <ac:chgData name="Mikael Andersson" userId="1bd90723-cf1e-4391-b570-115fabeed731" providerId="ADAL" clId="{2C79296B-CDBD-425A-93D5-20E7CADC8398}" dt="2026-09-11T08:07:35.823" v="666" actId="20577"/>
          <ac:spMkLst>
            <pc:docMk/>
            <pc:sldMk cId="809955425" sldId="268"/>
            <ac:spMk id="5" creationId="{07D1886F-6A61-4B4F-E59A-A26C23404456}"/>
          </ac:spMkLst>
        </pc:spChg>
      </pc:sldChg>
      <pc:sldChg chg="addSp modSp mod">
        <pc:chgData name="Mikael Andersson" userId="1bd90723-cf1e-4391-b570-115fabeed731" providerId="ADAL" clId="{2C79296B-CDBD-425A-93D5-20E7CADC8398}" dt="2026-09-11T14:34:25.267" v="1930" actId="5793"/>
        <pc:sldMkLst>
          <pc:docMk/>
          <pc:sldMk cId="1878905811" sldId="269"/>
        </pc:sldMkLst>
        <pc:spChg chg="mod">
          <ac:chgData name="Mikael Andersson" userId="1bd90723-cf1e-4391-b570-115fabeed731" providerId="ADAL" clId="{2C79296B-CDBD-425A-93D5-20E7CADC8398}" dt="2026-09-11T14:34:25.267" v="1930" actId="5793"/>
          <ac:spMkLst>
            <pc:docMk/>
            <pc:sldMk cId="1878905811" sldId="269"/>
            <ac:spMk id="3" creationId="{0CB6EE94-7E3F-2F07-D62F-06C8E7E9A653}"/>
          </ac:spMkLst>
        </pc:spChg>
        <pc:spChg chg="add mod">
          <ac:chgData name="Mikael Andersson" userId="1bd90723-cf1e-4391-b570-115fabeed731" providerId="ADAL" clId="{2C79296B-CDBD-425A-93D5-20E7CADC8398}" dt="2026-09-10T21:34:37.612" v="217" actId="1076"/>
          <ac:spMkLst>
            <pc:docMk/>
            <pc:sldMk cId="1878905811" sldId="269"/>
            <ac:spMk id="5" creationId="{7FF3778F-7E29-56F4-B755-6C501D531BC6}"/>
          </ac:spMkLst>
        </pc:spChg>
      </pc:sldChg>
      <pc:sldChg chg="addSp modSp mod">
        <pc:chgData name="Mikael Andersson" userId="1bd90723-cf1e-4391-b570-115fabeed731" providerId="ADAL" clId="{2C79296B-CDBD-425A-93D5-20E7CADC8398}" dt="2026-09-11T14:34:17.626" v="1925" actId="5793"/>
        <pc:sldMkLst>
          <pc:docMk/>
          <pc:sldMk cId="1183440305" sldId="270"/>
        </pc:sldMkLst>
        <pc:spChg chg="mod">
          <ac:chgData name="Mikael Andersson" userId="1bd90723-cf1e-4391-b570-115fabeed731" providerId="ADAL" clId="{2C79296B-CDBD-425A-93D5-20E7CADC8398}" dt="2026-09-11T14:34:17.626" v="1925" actId="5793"/>
          <ac:spMkLst>
            <pc:docMk/>
            <pc:sldMk cId="1183440305" sldId="270"/>
            <ac:spMk id="3" creationId="{68174903-FFE7-0E72-ACDC-982A50386A33}"/>
          </ac:spMkLst>
        </pc:spChg>
        <pc:spChg chg="add mod">
          <ac:chgData name="Mikael Andersson" userId="1bd90723-cf1e-4391-b570-115fabeed731" providerId="ADAL" clId="{2C79296B-CDBD-425A-93D5-20E7CADC8398}" dt="2026-09-11T08:03:44.477" v="623" actId="1076"/>
          <ac:spMkLst>
            <pc:docMk/>
            <pc:sldMk cId="1183440305" sldId="270"/>
            <ac:spMk id="5" creationId="{B26B63A5-9215-1E18-8D34-C358BB49E1D3}"/>
          </ac:spMkLst>
        </pc:spChg>
      </pc:sldChg>
      <pc:sldChg chg="addSp modSp mod">
        <pc:chgData name="Mikael Andersson" userId="1bd90723-cf1e-4391-b570-115fabeed731" providerId="ADAL" clId="{2C79296B-CDBD-425A-93D5-20E7CADC8398}" dt="2026-09-11T14:34:13.179" v="1923" actId="5793"/>
        <pc:sldMkLst>
          <pc:docMk/>
          <pc:sldMk cId="2563930523" sldId="271"/>
        </pc:sldMkLst>
        <pc:spChg chg="mod">
          <ac:chgData name="Mikael Andersson" userId="1bd90723-cf1e-4391-b570-115fabeed731" providerId="ADAL" clId="{2C79296B-CDBD-425A-93D5-20E7CADC8398}" dt="2026-09-11T14:34:13.179" v="1923" actId="5793"/>
          <ac:spMkLst>
            <pc:docMk/>
            <pc:sldMk cId="2563930523" sldId="271"/>
            <ac:spMk id="3" creationId="{9EA1B652-F454-EE03-F3E9-7E7D9855DFEE}"/>
          </ac:spMkLst>
        </pc:spChg>
        <pc:spChg chg="add mod">
          <ac:chgData name="Mikael Andersson" userId="1bd90723-cf1e-4391-b570-115fabeed731" providerId="ADAL" clId="{2C79296B-CDBD-425A-93D5-20E7CADC8398}" dt="2026-09-11T08:04:06.120" v="625" actId="1076"/>
          <ac:spMkLst>
            <pc:docMk/>
            <pc:sldMk cId="2563930523" sldId="271"/>
            <ac:spMk id="5" creationId="{79CD27AF-BE43-E1A5-F912-E7E1F30084D2}"/>
          </ac:spMkLst>
        </pc:spChg>
      </pc:sldChg>
      <pc:sldChg chg="addSp modSp mod">
        <pc:chgData name="Mikael Andersson" userId="1bd90723-cf1e-4391-b570-115fabeed731" providerId="ADAL" clId="{2C79296B-CDBD-425A-93D5-20E7CADC8398}" dt="2026-09-11T14:26:06.156" v="1781" actId="20577"/>
        <pc:sldMkLst>
          <pc:docMk/>
          <pc:sldMk cId="307953479" sldId="272"/>
        </pc:sldMkLst>
        <pc:spChg chg="mod">
          <ac:chgData name="Mikael Andersson" userId="1bd90723-cf1e-4391-b570-115fabeed731" providerId="ADAL" clId="{2C79296B-CDBD-425A-93D5-20E7CADC8398}" dt="2026-09-11T14:26:06.156" v="1781" actId="20577"/>
          <ac:spMkLst>
            <pc:docMk/>
            <pc:sldMk cId="307953479" sldId="272"/>
            <ac:spMk id="3" creationId="{8AC10D5F-B5F2-4D71-7F27-539471C027E5}"/>
          </ac:spMkLst>
        </pc:spChg>
        <pc:spChg chg="add mod">
          <ac:chgData name="Mikael Andersson" userId="1bd90723-cf1e-4391-b570-115fabeed731" providerId="ADAL" clId="{2C79296B-CDBD-425A-93D5-20E7CADC8398}" dt="2026-09-11T08:04:30.002" v="627" actId="1076"/>
          <ac:spMkLst>
            <pc:docMk/>
            <pc:sldMk cId="307953479" sldId="272"/>
            <ac:spMk id="5" creationId="{24F32738-0113-5CF5-814D-BE8F9ED18C5C}"/>
          </ac:spMkLst>
        </pc:spChg>
      </pc:sldChg>
      <pc:sldChg chg="addSp modSp mod">
        <pc:chgData name="Mikael Andersson" userId="1bd90723-cf1e-4391-b570-115fabeed731" providerId="ADAL" clId="{2C79296B-CDBD-425A-93D5-20E7CADC8398}" dt="2026-09-11T14:27:59.455" v="1815" actId="20577"/>
        <pc:sldMkLst>
          <pc:docMk/>
          <pc:sldMk cId="876355478" sldId="273"/>
        </pc:sldMkLst>
        <pc:spChg chg="mod">
          <ac:chgData name="Mikael Andersson" userId="1bd90723-cf1e-4391-b570-115fabeed731" providerId="ADAL" clId="{2C79296B-CDBD-425A-93D5-20E7CADC8398}" dt="2026-09-11T08:04:49.068" v="633" actId="20577"/>
          <ac:spMkLst>
            <pc:docMk/>
            <pc:sldMk cId="876355478" sldId="273"/>
            <ac:spMk id="2" creationId="{C1EA0384-6A49-E053-A053-826175E37678}"/>
          </ac:spMkLst>
        </pc:spChg>
        <pc:spChg chg="mod">
          <ac:chgData name="Mikael Andersson" userId="1bd90723-cf1e-4391-b570-115fabeed731" providerId="ADAL" clId="{2C79296B-CDBD-425A-93D5-20E7CADC8398}" dt="2026-09-11T14:27:59.455" v="1815" actId="20577"/>
          <ac:spMkLst>
            <pc:docMk/>
            <pc:sldMk cId="876355478" sldId="273"/>
            <ac:spMk id="3" creationId="{E4DE8920-606A-E46D-F939-93CDFD363D4F}"/>
          </ac:spMkLst>
        </pc:spChg>
        <pc:spChg chg="add mod">
          <ac:chgData name="Mikael Andersson" userId="1bd90723-cf1e-4391-b570-115fabeed731" providerId="ADAL" clId="{2C79296B-CDBD-425A-93D5-20E7CADC8398}" dt="2026-09-11T08:04:57.597" v="635" actId="1076"/>
          <ac:spMkLst>
            <pc:docMk/>
            <pc:sldMk cId="876355478" sldId="273"/>
            <ac:spMk id="5" creationId="{ACA14360-A77F-E8C1-2E76-6B125874E566}"/>
          </ac:spMkLst>
        </pc:spChg>
      </pc:sldChg>
      <pc:sldChg chg="modSp mod">
        <pc:chgData name="Mikael Andersson" userId="1bd90723-cf1e-4391-b570-115fabeed731" providerId="ADAL" clId="{2C79296B-CDBD-425A-93D5-20E7CADC8398}" dt="2026-09-10T21:30:21.397" v="36" actId="5793"/>
        <pc:sldMkLst>
          <pc:docMk/>
          <pc:sldMk cId="1709589077" sldId="274"/>
        </pc:sldMkLst>
        <pc:spChg chg="mod">
          <ac:chgData name="Mikael Andersson" userId="1bd90723-cf1e-4391-b570-115fabeed731" providerId="ADAL" clId="{2C79296B-CDBD-425A-93D5-20E7CADC8398}" dt="2026-09-10T21:30:21.397" v="36" actId="5793"/>
          <ac:spMkLst>
            <pc:docMk/>
            <pc:sldMk cId="1709589077" sldId="274"/>
            <ac:spMk id="3" creationId="{D1107B8A-5C6F-0632-49F8-A7E5C54C6801}"/>
          </ac:spMkLst>
        </pc:spChg>
      </pc:sldChg>
      <pc:sldChg chg="addSp delSp modSp add del mod ord">
        <pc:chgData name="Mikael Andersson" userId="1bd90723-cf1e-4391-b570-115fabeed731" providerId="ADAL" clId="{2C79296B-CDBD-425A-93D5-20E7CADC8398}" dt="2026-09-11T13:59:51.898" v="1525"/>
        <pc:sldMkLst>
          <pc:docMk/>
          <pc:sldMk cId="2722075449" sldId="300"/>
        </pc:sldMkLst>
        <pc:spChg chg="mod">
          <ac:chgData name="Mikael Andersson" userId="1bd90723-cf1e-4391-b570-115fabeed731" providerId="ADAL" clId="{2C79296B-CDBD-425A-93D5-20E7CADC8398}" dt="2026-09-11T07:46:59.136" v="271" actId="20577"/>
          <ac:spMkLst>
            <pc:docMk/>
            <pc:sldMk cId="2722075449" sldId="300"/>
            <ac:spMk id="2" creationId="{D63CDCB8-15EA-38FE-6702-A3162D858364}"/>
          </ac:spMkLst>
        </pc:spChg>
        <pc:spChg chg="mod">
          <ac:chgData name="Mikael Andersson" userId="1bd90723-cf1e-4391-b570-115fabeed731" providerId="ADAL" clId="{2C79296B-CDBD-425A-93D5-20E7CADC8398}" dt="2026-09-11T07:47:11.687" v="272" actId="20577"/>
          <ac:spMkLst>
            <pc:docMk/>
            <pc:sldMk cId="2722075449" sldId="300"/>
            <ac:spMk id="7" creationId="{0A99BF7E-9511-C81A-8BCB-38A682D71385}"/>
          </ac:spMkLst>
        </pc:spChg>
        <pc:picChg chg="del">
          <ac:chgData name="Mikael Andersson" userId="1bd90723-cf1e-4391-b570-115fabeed731" providerId="ADAL" clId="{2C79296B-CDBD-425A-93D5-20E7CADC8398}" dt="2026-09-11T07:47:56.333" v="273" actId="478"/>
          <ac:picMkLst>
            <pc:docMk/>
            <pc:sldMk cId="2722075449" sldId="300"/>
            <ac:picMk id="5" creationId="{E1E34091-460D-A8CE-6D5D-9BE8075CE8A1}"/>
          </ac:picMkLst>
        </pc:picChg>
      </pc:sldChg>
      <pc:sldChg chg="addSp delSp modSp mod">
        <pc:chgData name="Mikael Andersson" userId="1bd90723-cf1e-4391-b570-115fabeed731" providerId="ADAL" clId="{2C79296B-CDBD-425A-93D5-20E7CADC8398}" dt="2026-09-11T09:52:46.299" v="1363" actId="1076"/>
        <pc:sldMkLst>
          <pc:docMk/>
          <pc:sldMk cId="2128262328" sldId="310"/>
        </pc:sldMkLst>
        <pc:spChg chg="add mod">
          <ac:chgData name="Mikael Andersson" userId="1bd90723-cf1e-4391-b570-115fabeed731" providerId="ADAL" clId="{2C79296B-CDBD-425A-93D5-20E7CADC8398}" dt="2026-09-11T09:52:22.274" v="1360" actId="478"/>
          <ac:spMkLst>
            <pc:docMk/>
            <pc:sldMk cId="2128262328" sldId="310"/>
            <ac:spMk id="6" creationId="{C7743CA5-831C-8A01-951D-05AAB6BC5A23}"/>
          </ac:spMkLst>
        </pc:spChg>
        <pc:picChg chg="add mod">
          <ac:chgData name="Mikael Andersson" userId="1bd90723-cf1e-4391-b570-115fabeed731" providerId="ADAL" clId="{2C79296B-CDBD-425A-93D5-20E7CADC8398}" dt="2026-09-11T09:52:46.299" v="1363" actId="1076"/>
          <ac:picMkLst>
            <pc:docMk/>
            <pc:sldMk cId="2128262328" sldId="310"/>
            <ac:picMk id="9" creationId="{3AA209F0-3B12-089E-B9D9-B32ED028DD34}"/>
          </ac:picMkLst>
        </pc:picChg>
      </pc:sldChg>
      <pc:sldChg chg="modSp mod">
        <pc:chgData name="Mikael Andersson" userId="1bd90723-cf1e-4391-b570-115fabeed731" providerId="ADAL" clId="{2C79296B-CDBD-425A-93D5-20E7CADC8398}" dt="2026-09-10T21:31:47.385" v="72" actId="20577"/>
        <pc:sldMkLst>
          <pc:docMk/>
          <pc:sldMk cId="1531601367" sldId="313"/>
        </pc:sldMkLst>
        <pc:spChg chg="mod">
          <ac:chgData name="Mikael Andersson" userId="1bd90723-cf1e-4391-b570-115fabeed731" providerId="ADAL" clId="{2C79296B-CDBD-425A-93D5-20E7CADC8398}" dt="2026-09-10T21:31:47.385" v="72" actId="20577"/>
          <ac:spMkLst>
            <pc:docMk/>
            <pc:sldMk cId="1531601367" sldId="313"/>
            <ac:spMk id="5" creationId="{D9090C0E-5C7D-8FDD-E5AB-CAC1917BB466}"/>
          </ac:spMkLst>
        </pc:spChg>
      </pc:sldChg>
      <pc:sldChg chg="modSp mod">
        <pc:chgData name="Mikael Andersson" userId="1bd90723-cf1e-4391-b570-115fabeed731" providerId="ADAL" clId="{2C79296B-CDBD-425A-93D5-20E7CADC8398}" dt="2026-09-10T21:32:35.820" v="184" actId="20577"/>
        <pc:sldMkLst>
          <pc:docMk/>
          <pc:sldMk cId="363184090" sldId="314"/>
        </pc:sldMkLst>
        <pc:spChg chg="mod">
          <ac:chgData name="Mikael Andersson" userId="1bd90723-cf1e-4391-b570-115fabeed731" providerId="ADAL" clId="{2C79296B-CDBD-425A-93D5-20E7CADC8398}" dt="2026-09-10T21:32:35.820" v="184" actId="20577"/>
          <ac:spMkLst>
            <pc:docMk/>
            <pc:sldMk cId="363184090" sldId="314"/>
            <ac:spMk id="5" creationId="{4F2E0FFB-8C04-A4A6-A19A-3232359E761D}"/>
          </ac:spMkLst>
        </pc:spChg>
      </pc:sldChg>
      <pc:sldChg chg="addSp delSp modSp mod">
        <pc:chgData name="Mikael Andersson" userId="1bd90723-cf1e-4391-b570-115fabeed731" providerId="ADAL" clId="{2C79296B-CDBD-425A-93D5-20E7CADC8398}" dt="2026-09-11T09:16:37.069" v="1291" actId="5793"/>
        <pc:sldMkLst>
          <pc:docMk/>
          <pc:sldMk cId="3975371109" sldId="315"/>
        </pc:sldMkLst>
        <pc:spChg chg="add mod">
          <ac:chgData name="Mikael Andersson" userId="1bd90723-cf1e-4391-b570-115fabeed731" providerId="ADAL" clId="{2C79296B-CDBD-425A-93D5-20E7CADC8398}" dt="2026-09-11T09:16:37.069" v="1291" actId="5793"/>
          <ac:spMkLst>
            <pc:docMk/>
            <pc:sldMk cId="3975371109" sldId="315"/>
            <ac:spMk id="7" creationId="{9386E37E-2C95-20B0-A726-4BA66EDABF8D}"/>
          </ac:spMkLst>
        </pc:spChg>
        <pc:spChg chg="mod">
          <ac:chgData name="Mikael Andersson" userId="1bd90723-cf1e-4391-b570-115fabeed731" providerId="ADAL" clId="{2C79296B-CDBD-425A-93D5-20E7CADC8398}" dt="2026-09-10T21:33:35.332" v="215" actId="20577"/>
          <ac:spMkLst>
            <pc:docMk/>
            <pc:sldMk cId="3975371109" sldId="315"/>
            <ac:spMk id="15" creationId="{8537201B-01F9-3E60-D465-17319D539889}"/>
          </ac:spMkLst>
        </pc:spChg>
      </pc:sldChg>
      <pc:sldChg chg="addSp delSp modSp add mod">
        <pc:chgData name="Mikael Andersson" userId="1bd90723-cf1e-4391-b570-115fabeed731" providerId="ADAL" clId="{2C79296B-CDBD-425A-93D5-20E7CADC8398}" dt="2026-09-10T21:57:36.143" v="223" actId="478"/>
        <pc:sldMkLst>
          <pc:docMk/>
          <pc:sldMk cId="3850866828" sldId="316"/>
        </pc:sldMkLst>
      </pc:sldChg>
      <pc:sldChg chg="addSp delSp modSp add mod">
        <pc:chgData name="Mikael Andersson" userId="1bd90723-cf1e-4391-b570-115fabeed731" providerId="ADAL" clId="{2C79296B-CDBD-425A-93D5-20E7CADC8398}" dt="2026-09-10T22:05:18.770" v="231" actId="22"/>
        <pc:sldMkLst>
          <pc:docMk/>
          <pc:sldMk cId="1066709652" sldId="317"/>
        </pc:sldMkLst>
        <pc:picChg chg="add">
          <ac:chgData name="Mikael Andersson" userId="1bd90723-cf1e-4391-b570-115fabeed731" providerId="ADAL" clId="{2C79296B-CDBD-425A-93D5-20E7CADC8398}" dt="2026-09-10T22:05:18.770" v="231" actId="22"/>
          <ac:picMkLst>
            <pc:docMk/>
            <pc:sldMk cId="1066709652" sldId="317"/>
            <ac:picMk id="7" creationId="{0CC5236F-560E-48B9-355D-CF348363694C}"/>
          </ac:picMkLst>
        </pc:picChg>
      </pc:sldChg>
      <pc:sldChg chg="addSp delSp modSp add mod">
        <pc:chgData name="Mikael Andersson" userId="1bd90723-cf1e-4391-b570-115fabeed731" providerId="ADAL" clId="{2C79296B-CDBD-425A-93D5-20E7CADC8398}" dt="2026-09-11T08:01:37.670" v="621" actId="1076"/>
        <pc:sldMkLst>
          <pc:docMk/>
          <pc:sldMk cId="1181635174" sldId="318"/>
        </pc:sldMkLst>
        <pc:picChg chg="add mod">
          <ac:chgData name="Mikael Andersson" userId="1bd90723-cf1e-4391-b570-115fabeed731" providerId="ADAL" clId="{2C79296B-CDBD-425A-93D5-20E7CADC8398}" dt="2026-09-11T08:01:37.670" v="621" actId="1076"/>
          <ac:picMkLst>
            <pc:docMk/>
            <pc:sldMk cId="1181635174" sldId="318"/>
            <ac:picMk id="8" creationId="{B02249EA-2805-87AA-7BC4-5F1D7D6DB607}"/>
          </ac:picMkLst>
        </pc:picChg>
      </pc:sldChg>
      <pc:sldChg chg="addSp delSp modSp new mod">
        <pc:chgData name="Mikael Andersson" userId="1bd90723-cf1e-4391-b570-115fabeed731" providerId="ADAL" clId="{2C79296B-CDBD-425A-93D5-20E7CADC8398}" dt="2026-09-11T14:30:16.583" v="1911" actId="1076"/>
        <pc:sldMkLst>
          <pc:docMk/>
          <pc:sldMk cId="4150050824" sldId="319"/>
        </pc:sldMkLst>
        <pc:spChg chg="mod">
          <ac:chgData name="Mikael Andersson" userId="1bd90723-cf1e-4391-b570-115fabeed731" providerId="ADAL" clId="{2C79296B-CDBD-425A-93D5-20E7CADC8398}" dt="2026-09-11T14:30:12.129" v="1909" actId="14100"/>
          <ac:spMkLst>
            <pc:docMk/>
            <pc:sldMk cId="4150050824" sldId="319"/>
            <ac:spMk id="2" creationId="{1BC62ACF-5295-1A79-FAC7-D7671E4BD647}"/>
          </ac:spMkLst>
        </pc:spChg>
        <pc:picChg chg="add mod">
          <ac:chgData name="Mikael Andersson" userId="1bd90723-cf1e-4391-b570-115fabeed731" providerId="ADAL" clId="{2C79296B-CDBD-425A-93D5-20E7CADC8398}" dt="2026-09-11T14:30:16.583" v="1911" actId="1076"/>
          <ac:picMkLst>
            <pc:docMk/>
            <pc:sldMk cId="4150050824" sldId="319"/>
            <ac:picMk id="4" creationId="{ED722400-B48D-C3F4-5EC4-F0ACC39E794E}"/>
          </ac:picMkLst>
        </pc:picChg>
        <pc:picChg chg="add mod">
          <ac:chgData name="Mikael Andersson" userId="1bd90723-cf1e-4391-b570-115fabeed731" providerId="ADAL" clId="{2C79296B-CDBD-425A-93D5-20E7CADC8398}" dt="2026-09-11T14:30:14.843" v="1910" actId="1076"/>
          <ac:picMkLst>
            <pc:docMk/>
            <pc:sldMk cId="4150050824" sldId="319"/>
            <ac:picMk id="6" creationId="{FD1E9D5A-0BD4-0F79-DF1F-ADECAE9AA42A}"/>
          </ac:picMkLst>
        </pc:picChg>
      </pc:sldChg>
      <pc:sldChg chg="add">
        <pc:chgData name="Mikael Andersson" userId="1bd90723-cf1e-4391-b570-115fabeed731" providerId="ADAL" clId="{2C79296B-CDBD-425A-93D5-20E7CADC8398}" dt="2026-09-11T09:52:19.295" v="1359" actId="2890"/>
        <pc:sldMkLst>
          <pc:docMk/>
          <pc:sldMk cId="2692936541" sldId="320"/>
        </pc:sldMkLst>
      </pc:sldChg>
      <pc:sldChg chg="modSp add mod">
        <pc:chgData name="Mikael Andersson" userId="1bd90723-cf1e-4391-b570-115fabeed731" providerId="ADAL" clId="{2C79296B-CDBD-425A-93D5-20E7CADC8398}" dt="2026-09-11T14:25:33.875" v="1737" actId="27636"/>
        <pc:sldMkLst>
          <pc:docMk/>
          <pc:sldMk cId="276523591" sldId="321"/>
        </pc:sldMkLst>
        <pc:spChg chg="mod">
          <ac:chgData name="Mikael Andersson" userId="1bd90723-cf1e-4391-b570-115fabeed731" providerId="ADAL" clId="{2C79296B-CDBD-425A-93D5-20E7CADC8398}" dt="2026-09-11T14:25:33.875" v="1737" actId="27636"/>
          <ac:spMkLst>
            <pc:docMk/>
            <pc:sldMk cId="276523591" sldId="321"/>
            <ac:spMk id="3" creationId="{684FA8AB-1759-3C65-1111-33A7BD2FDB20}"/>
          </ac:spMkLst>
        </pc:spChg>
      </pc:sldChg>
      <pc:sldChg chg="modSp add mod">
        <pc:chgData name="Mikael Andersson" userId="1bd90723-cf1e-4391-b570-115fabeed731" providerId="ADAL" clId="{2C79296B-CDBD-425A-93D5-20E7CADC8398}" dt="2026-09-11T14:34:04.890" v="1918" actId="20577"/>
        <pc:sldMkLst>
          <pc:docMk/>
          <pc:sldMk cId="3235402646" sldId="322"/>
        </pc:sldMkLst>
        <pc:spChg chg="mod">
          <ac:chgData name="Mikael Andersson" userId="1bd90723-cf1e-4391-b570-115fabeed731" providerId="ADAL" clId="{2C79296B-CDBD-425A-93D5-20E7CADC8398}" dt="2026-09-11T14:34:04.890" v="1918" actId="20577"/>
          <ac:spMkLst>
            <pc:docMk/>
            <pc:sldMk cId="3235402646" sldId="322"/>
            <ac:spMk id="3" creationId="{86C62956-3138-D755-48D5-5CBFC62295EA}"/>
          </ac:spMkLst>
        </pc:spChg>
      </pc:sldChg>
      <pc:sldChg chg="addSp new mod">
        <pc:chgData name="Mikael Andersson" userId="1bd90723-cf1e-4391-b570-115fabeed731" providerId="ADAL" clId="{2C79296B-CDBD-425A-93D5-20E7CADC8398}" dt="2026-09-15T06:58:45.320" v="1932" actId="22"/>
        <pc:sldMkLst>
          <pc:docMk/>
          <pc:sldMk cId="844247478" sldId="323"/>
        </pc:sldMkLst>
        <pc:picChg chg="add">
          <ac:chgData name="Mikael Andersson" userId="1bd90723-cf1e-4391-b570-115fabeed731" providerId="ADAL" clId="{2C79296B-CDBD-425A-93D5-20E7CADC8398}" dt="2026-09-15T06:58:45.320" v="1932" actId="22"/>
          <ac:picMkLst>
            <pc:docMk/>
            <pc:sldMk cId="844247478" sldId="323"/>
            <ac:picMk id="5" creationId="{C684DFA6-E93F-270F-109A-C41361B5DA49}"/>
          </ac:picMkLst>
        </pc:picChg>
      </pc:sldChg>
      <pc:sldChg chg="addSp delSp modSp add mod">
        <pc:chgData name="Mikael Andersson" userId="1bd90723-cf1e-4391-b570-115fabeed731" providerId="ADAL" clId="{2C79296B-CDBD-425A-93D5-20E7CADC8398}" dt="2026-09-15T07:09:21.455" v="1951" actId="20577"/>
        <pc:sldMkLst>
          <pc:docMk/>
          <pc:sldMk cId="1229327168" sldId="324"/>
        </pc:sldMkLst>
        <pc:spChg chg="mod">
          <ac:chgData name="Mikael Andersson" userId="1bd90723-cf1e-4391-b570-115fabeed731" providerId="ADAL" clId="{2C79296B-CDBD-425A-93D5-20E7CADC8398}" dt="2026-09-15T07:09:21.455" v="1951" actId="20577"/>
          <ac:spMkLst>
            <pc:docMk/>
            <pc:sldMk cId="1229327168" sldId="324"/>
            <ac:spMk id="2" creationId="{5F703A69-A7A9-2425-BA99-E8DAE9B558CF}"/>
          </ac:spMkLst>
        </pc:spChg>
        <pc:spChg chg="del">
          <ac:chgData name="Mikael Andersson" userId="1bd90723-cf1e-4391-b570-115fabeed731" providerId="ADAL" clId="{2C79296B-CDBD-425A-93D5-20E7CADC8398}" dt="2026-09-15T07:09:05.100" v="1935" actId="478"/>
          <ac:spMkLst>
            <pc:docMk/>
            <pc:sldMk cId="1229327168" sldId="324"/>
            <ac:spMk id="3" creationId="{22821431-2C53-D237-8864-5C797CB0CD7B}"/>
          </ac:spMkLst>
        </pc:spChg>
        <pc:picChg chg="del">
          <ac:chgData name="Mikael Andersson" userId="1bd90723-cf1e-4391-b570-115fabeed731" providerId="ADAL" clId="{2C79296B-CDBD-425A-93D5-20E7CADC8398}" dt="2026-09-15T07:09:00.089" v="1934" actId="478"/>
          <ac:picMkLst>
            <pc:docMk/>
            <pc:sldMk cId="1229327168" sldId="324"/>
            <ac:picMk id="5" creationId="{EFAC8D8E-10BC-D2C8-2D26-AD3004813314}"/>
          </ac:picMkLst>
        </pc:picChg>
        <pc:picChg chg="add mod">
          <ac:chgData name="Mikael Andersson" userId="1bd90723-cf1e-4391-b570-115fabeed731" providerId="ADAL" clId="{2C79296B-CDBD-425A-93D5-20E7CADC8398}" dt="2026-09-15T07:09:13.700" v="1938" actId="1076"/>
          <ac:picMkLst>
            <pc:docMk/>
            <pc:sldMk cId="1229327168" sldId="324"/>
            <ac:picMk id="6" creationId="{AF41EFDA-E70D-1791-80A7-120834928A55}"/>
          </ac:picMkLst>
        </pc:picChg>
      </pc:sldChg>
      <pc:sldChg chg="addSp delSp modSp add mod">
        <pc:chgData name="Mikael Andersson" userId="1bd90723-cf1e-4391-b570-115fabeed731" providerId="ADAL" clId="{2C79296B-CDBD-425A-93D5-20E7CADC8398}" dt="2026-09-15T07:14:22.387" v="2002" actId="1076"/>
        <pc:sldMkLst>
          <pc:docMk/>
          <pc:sldMk cId="1253062139" sldId="325"/>
        </pc:sldMkLst>
        <pc:spChg chg="mod">
          <ac:chgData name="Mikael Andersson" userId="1bd90723-cf1e-4391-b570-115fabeed731" providerId="ADAL" clId="{2C79296B-CDBD-425A-93D5-20E7CADC8398}" dt="2026-09-15T07:12:27.598" v="1998" actId="20577"/>
          <ac:spMkLst>
            <pc:docMk/>
            <pc:sldMk cId="1253062139" sldId="325"/>
            <ac:spMk id="2" creationId="{82DBA989-7F2E-6DF0-DA9F-9D49488E3278}"/>
          </ac:spMkLst>
        </pc:spChg>
        <pc:picChg chg="add del mod">
          <ac:chgData name="Mikael Andersson" userId="1bd90723-cf1e-4391-b570-115fabeed731" providerId="ADAL" clId="{2C79296B-CDBD-425A-93D5-20E7CADC8398}" dt="2026-09-15T07:14:14.521" v="1999" actId="478"/>
          <ac:picMkLst>
            <pc:docMk/>
            <pc:sldMk cId="1253062139" sldId="325"/>
            <ac:picMk id="4" creationId="{21A2A2BC-A1CF-3426-8125-4DC675DDCB32}"/>
          </ac:picMkLst>
        </pc:picChg>
        <pc:picChg chg="del">
          <ac:chgData name="Mikael Andersson" userId="1bd90723-cf1e-4391-b570-115fabeed731" providerId="ADAL" clId="{2C79296B-CDBD-425A-93D5-20E7CADC8398}" dt="2026-09-15T07:12:01.152" v="1953" actId="478"/>
          <ac:picMkLst>
            <pc:docMk/>
            <pc:sldMk cId="1253062139" sldId="325"/>
            <ac:picMk id="6" creationId="{A7A2A25C-A3DB-4975-BE29-581B35890D99}"/>
          </ac:picMkLst>
        </pc:picChg>
        <pc:picChg chg="add mod">
          <ac:chgData name="Mikael Andersson" userId="1bd90723-cf1e-4391-b570-115fabeed731" providerId="ADAL" clId="{2C79296B-CDBD-425A-93D5-20E7CADC8398}" dt="2026-09-15T07:14:22.387" v="2002" actId="1076"/>
          <ac:picMkLst>
            <pc:docMk/>
            <pc:sldMk cId="1253062139" sldId="325"/>
            <ac:picMk id="7" creationId="{A9F396F6-85D5-9FFD-B3CE-DC248B6656A4}"/>
          </ac:picMkLst>
        </pc:picChg>
      </pc:sldChg>
      <pc:sldChg chg="addSp delSp modSp add mod ord">
        <pc:chgData name="Mikael Andersson" userId="1bd90723-cf1e-4391-b570-115fabeed731" providerId="ADAL" clId="{2C79296B-CDBD-425A-93D5-20E7CADC8398}" dt="2026-09-15T07:19:09.600" v="2240" actId="20577"/>
        <pc:sldMkLst>
          <pc:docMk/>
          <pc:sldMk cId="816356287" sldId="326"/>
        </pc:sldMkLst>
        <pc:spChg chg="mod">
          <ac:chgData name="Mikael Andersson" userId="1bd90723-cf1e-4391-b570-115fabeed731" providerId="ADAL" clId="{2C79296B-CDBD-425A-93D5-20E7CADC8398}" dt="2026-09-15T07:14:34.112" v="2015" actId="20577"/>
          <ac:spMkLst>
            <pc:docMk/>
            <pc:sldMk cId="816356287" sldId="326"/>
            <ac:spMk id="2" creationId="{3E1A5D51-52AA-FE05-F361-05E39B8F4BF8}"/>
          </ac:spMkLst>
        </pc:spChg>
        <pc:spChg chg="add mod">
          <ac:chgData name="Mikael Andersson" userId="1bd90723-cf1e-4391-b570-115fabeed731" providerId="ADAL" clId="{2C79296B-CDBD-425A-93D5-20E7CADC8398}" dt="2026-09-15T07:19:09.600" v="2240" actId="20577"/>
          <ac:spMkLst>
            <pc:docMk/>
            <pc:sldMk cId="816356287" sldId="326"/>
            <ac:spMk id="5" creationId="{D0285284-E492-D91E-4C9A-CAF7371AFCC6}"/>
          </ac:spMkLst>
        </pc:spChg>
        <pc:picChg chg="add del mod">
          <ac:chgData name="Mikael Andersson" userId="1bd90723-cf1e-4391-b570-115fabeed731" providerId="ADAL" clId="{2C79296B-CDBD-425A-93D5-20E7CADC8398}" dt="2026-09-15T07:15:50.363" v="2022" actId="478"/>
          <ac:picMkLst>
            <pc:docMk/>
            <pc:sldMk cId="816356287" sldId="326"/>
            <ac:picMk id="4" creationId="{612CE91A-A40C-0BB6-7545-4E561054DC7D}"/>
          </ac:picMkLst>
        </pc:picChg>
        <pc:picChg chg="del">
          <ac:chgData name="Mikael Andersson" userId="1bd90723-cf1e-4391-b570-115fabeed731" providerId="ADAL" clId="{2C79296B-CDBD-425A-93D5-20E7CADC8398}" dt="2026-09-15T07:14:38.277" v="2016" actId="478"/>
          <ac:picMkLst>
            <pc:docMk/>
            <pc:sldMk cId="816356287" sldId="326"/>
            <ac:picMk id="7" creationId="{D8B208D0-1CD2-BDB7-C07C-70B11CA195B3}"/>
          </ac:picMkLst>
        </pc:picChg>
        <pc:picChg chg="add mod">
          <ac:chgData name="Mikael Andersson" userId="1bd90723-cf1e-4391-b570-115fabeed731" providerId="ADAL" clId="{2C79296B-CDBD-425A-93D5-20E7CADC8398}" dt="2026-09-15T07:17:15.840" v="2110" actId="1076"/>
          <ac:picMkLst>
            <pc:docMk/>
            <pc:sldMk cId="816356287" sldId="326"/>
            <ac:picMk id="8" creationId="{972AD4E1-EA3E-EF60-E3A1-E8FF786ACF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objekt 11" descr="HH_ENG_Liggande.png">
            <a:extLst>
              <a:ext uri="{FF2B5EF4-FFF2-40B4-BE49-F238E27FC236}">
                <a16:creationId xmlns:a16="http://schemas.microsoft.com/office/drawing/2014/main" id="{710AC6F1-66A8-9641-A453-2358B1715F9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124" y="273602"/>
            <a:ext cx="2374315" cy="776388"/>
          </a:xfrm>
          <a:prstGeom prst="rect">
            <a:avLst/>
          </a:prstGeom>
        </p:spPr>
      </p:pic>
      <p:pic>
        <p:nvPicPr>
          <p:cNvPr id="13" name="Bildobjekt 12">
            <a:extLst>
              <a:ext uri="{FF2B5EF4-FFF2-40B4-BE49-F238E27FC236}">
                <a16:creationId xmlns:a16="http://schemas.microsoft.com/office/drawing/2014/main" id="{4E0A0D69-411B-2944-91FE-30C3C51D8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6306"/>
          <a:stretch/>
        </p:blipFill>
        <p:spPr>
          <a:xfrm>
            <a:off x="422400" y="1338987"/>
            <a:ext cx="11345475" cy="4766613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914400" y="2279512"/>
            <a:ext cx="10363200" cy="14700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828800" y="3766932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Bildobjekt 9" descr="Sidfot_lång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4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>
            <a:extLst>
              <a:ext uri="{FF2B5EF4-FFF2-40B4-BE49-F238E27FC236}">
                <a16:creationId xmlns:a16="http://schemas.microsoft.com/office/drawing/2014/main" id="{0E45D4F2-78CB-144C-8756-B62C711A1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35675" r="27372" b="35858"/>
          <a:stretch/>
        </p:blipFill>
        <p:spPr>
          <a:xfrm>
            <a:off x="424126" y="1325229"/>
            <a:ext cx="11345476" cy="4780372"/>
          </a:xfrm>
          <a:prstGeom prst="rect">
            <a:avLst/>
          </a:prstGeom>
        </p:spPr>
      </p:pic>
      <p:pic>
        <p:nvPicPr>
          <p:cNvPr id="12" name="Bildobjekt 11" descr="HH_ENG_Liggande.png">
            <a:extLst>
              <a:ext uri="{FF2B5EF4-FFF2-40B4-BE49-F238E27FC236}">
                <a16:creationId xmlns:a16="http://schemas.microsoft.com/office/drawing/2014/main" id="{710AC6F1-66A8-9641-A453-2358B1715F99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4124" y="273602"/>
            <a:ext cx="2374315" cy="776388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914400" y="2279512"/>
            <a:ext cx="10363200" cy="14700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828800" y="3766932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Bildobjekt 9" descr="Sidfot_lång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84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24976BD9-E94D-B245-A091-90A36840099B}"/>
              </a:ext>
            </a:extLst>
          </p:cNvPr>
          <p:cNvSpPr/>
          <p:nvPr userDrawn="1"/>
        </p:nvSpPr>
        <p:spPr>
          <a:xfrm>
            <a:off x="424125" y="1338988"/>
            <a:ext cx="11345475" cy="4766613"/>
          </a:xfrm>
          <a:prstGeom prst="rect">
            <a:avLst/>
          </a:prstGeom>
          <a:solidFill>
            <a:srgbClr val="004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Std"/>
              <a:ea typeface="+mn-ea"/>
              <a:cs typeface="+mn-cs"/>
            </a:endParaRPr>
          </a:p>
        </p:txBody>
      </p:sp>
      <p:pic>
        <p:nvPicPr>
          <p:cNvPr id="12" name="Bildobjekt 11" descr="HH_ENG_Liggande.png">
            <a:extLst>
              <a:ext uri="{FF2B5EF4-FFF2-40B4-BE49-F238E27FC236}">
                <a16:creationId xmlns:a16="http://schemas.microsoft.com/office/drawing/2014/main" id="{710AC6F1-66A8-9641-A453-2358B1715F9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124" y="273602"/>
            <a:ext cx="2374315" cy="776388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914400" y="2279512"/>
            <a:ext cx="10363200" cy="14700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828800" y="3766932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Bildobjekt 9" descr="Sidfot_lång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9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 descr="HH_ENG_Liggande.png">
            <a:extLst>
              <a:ext uri="{FF2B5EF4-FFF2-40B4-BE49-F238E27FC236}">
                <a16:creationId xmlns:a16="http://schemas.microsoft.com/office/drawing/2014/main" id="{B16A15D1-E503-D946-9917-69552DEB0EDE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6102007"/>
            <a:ext cx="1755534" cy="571969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3373C4ED-6679-DB47-8871-BD6CA2C7D1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2260"/>
          <a:stretch/>
        </p:blipFill>
        <p:spPr>
          <a:xfrm>
            <a:off x="8630371" y="2019300"/>
            <a:ext cx="3561629" cy="4838700"/>
          </a:xfrm>
          <a:prstGeom prst="rect">
            <a:avLst/>
          </a:prstGeom>
        </p:spPr>
      </p:pic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7926079" y="6356352"/>
            <a:ext cx="819741" cy="365125"/>
          </a:xfrm>
        </p:spPr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F074B5AF-0478-DD46-8C59-2FEDACDE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4661" y="6356352"/>
            <a:ext cx="1296374" cy="365125"/>
          </a:xfrm>
        </p:spPr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Platshållare för sidfot 4">
            <a:extLst>
              <a:ext uri="{FF2B5EF4-FFF2-40B4-BE49-F238E27FC236}">
                <a16:creationId xmlns:a16="http://schemas.microsoft.com/office/drawing/2014/main" id="{F8B48D44-9E04-7F41-8F1F-8F7C17E7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5139" y="6356352"/>
            <a:ext cx="3956836" cy="365125"/>
          </a:xfrm>
        </p:spPr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ubrik 1">
            <a:extLst>
              <a:ext uri="{FF2B5EF4-FFF2-40B4-BE49-F238E27FC236}">
                <a16:creationId xmlns:a16="http://schemas.microsoft.com/office/drawing/2014/main" id="{0631A018-EFDF-CF49-AA19-28D98758B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96348"/>
            <a:ext cx="11158331" cy="591652"/>
          </a:xfrm>
          <a:solidFill>
            <a:srgbClr val="009EDF"/>
          </a:solidFill>
        </p:spPr>
        <p:txBody>
          <a:bodyPr wrap="none">
            <a:noAutofit/>
          </a:bodyPr>
          <a:lstStyle>
            <a:lvl1pPr marL="144000" indent="0">
              <a:defRPr sz="4000" u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4" name="Platshållare för innehåll 2">
            <a:extLst>
              <a:ext uri="{FF2B5EF4-FFF2-40B4-BE49-F238E27FC236}">
                <a16:creationId xmlns:a16="http://schemas.microsoft.com/office/drawing/2014/main" id="{8482BDCE-9001-7E41-B552-712AE05CD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1718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>
            <a:extLst>
              <a:ext uri="{FF2B5EF4-FFF2-40B4-BE49-F238E27FC236}">
                <a16:creationId xmlns:a16="http://schemas.microsoft.com/office/drawing/2014/main" id="{3373C4ED-6679-DB47-8871-BD6CA2C7D1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2260"/>
          <a:stretch/>
        </p:blipFill>
        <p:spPr>
          <a:xfrm>
            <a:off x="8630371" y="2019300"/>
            <a:ext cx="3561629" cy="4838700"/>
          </a:xfrm>
          <a:prstGeom prst="rect">
            <a:avLst/>
          </a:prstGeom>
        </p:spPr>
      </p:pic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2504661" y="6356352"/>
            <a:ext cx="1296374" cy="365125"/>
          </a:xfrm>
        </p:spPr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3885139" y="6356352"/>
            <a:ext cx="3956836" cy="365125"/>
          </a:xfrm>
        </p:spPr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7926079" y="6364775"/>
            <a:ext cx="819741" cy="365125"/>
          </a:xfrm>
        </p:spPr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ubrik 8">
            <a:extLst>
              <a:ext uri="{FF2B5EF4-FFF2-40B4-BE49-F238E27FC236}">
                <a16:creationId xmlns:a16="http://schemas.microsoft.com/office/drawing/2014/main" id="{26B849E8-3695-294A-BAD7-2ADD059E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600"/>
            <a:ext cx="1115833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050CEBC1-5980-894E-B070-0BC080664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1" name="Bildobjekt 10" descr="HH_ENG_Liggande.png">
            <a:extLst>
              <a:ext uri="{FF2B5EF4-FFF2-40B4-BE49-F238E27FC236}">
                <a16:creationId xmlns:a16="http://schemas.microsoft.com/office/drawing/2014/main" id="{A1AEA92B-04E8-0C4B-8625-E0E9DEA07981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" y="6102007"/>
            <a:ext cx="1755534" cy="57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Bildobjekt 6" descr="Sidfot_lång.png">
            <a:extLst>
              <a:ext uri="{FF2B5EF4-FFF2-40B4-BE49-F238E27FC236}">
                <a16:creationId xmlns:a16="http://schemas.microsoft.com/office/drawing/2014/main" id="{2AE1E04F-D359-F341-9FF0-DC216794DA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sp>
        <p:nvSpPr>
          <p:cNvPr id="9" name="Rubrik 1">
            <a:extLst>
              <a:ext uri="{FF2B5EF4-FFF2-40B4-BE49-F238E27FC236}">
                <a16:creationId xmlns:a16="http://schemas.microsoft.com/office/drawing/2014/main" id="{9A7FBF6D-719B-5C47-95E6-43620EB9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96348"/>
            <a:ext cx="11158331" cy="591652"/>
          </a:xfrm>
          <a:solidFill>
            <a:srgbClr val="009EDF"/>
          </a:solidFill>
        </p:spPr>
        <p:txBody>
          <a:bodyPr wrap="none">
            <a:noAutofit/>
          </a:bodyPr>
          <a:lstStyle>
            <a:lvl1pPr marL="144000" indent="0">
              <a:defRPr sz="4000" u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43368CCE-35FC-AF42-A169-4D8E77DF8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1" name="Bildobjekt 10" descr="HH_ENG_Liggande.png">
            <a:extLst>
              <a:ext uri="{FF2B5EF4-FFF2-40B4-BE49-F238E27FC236}">
                <a16:creationId xmlns:a16="http://schemas.microsoft.com/office/drawing/2014/main" id="{CD4F357F-C84C-3F47-ACDC-E3C75CF1502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1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Bildobjekt 6" descr="Sidfot_lång.png">
            <a:extLst>
              <a:ext uri="{FF2B5EF4-FFF2-40B4-BE49-F238E27FC236}">
                <a16:creationId xmlns:a16="http://schemas.microsoft.com/office/drawing/2014/main" id="{2AE1E04F-D359-F341-9FF0-DC216794DA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sp>
        <p:nvSpPr>
          <p:cNvPr id="9" name="Rubrik 8">
            <a:extLst>
              <a:ext uri="{FF2B5EF4-FFF2-40B4-BE49-F238E27FC236}">
                <a16:creationId xmlns:a16="http://schemas.microsoft.com/office/drawing/2014/main" id="{7272C367-7C56-5B40-AA46-4385B1E9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600"/>
            <a:ext cx="1115833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8F045D84-9B80-6448-A3BC-501EBC982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1" name="Bildobjekt 10" descr="HH_ENG_Liggande.png">
            <a:extLst>
              <a:ext uri="{FF2B5EF4-FFF2-40B4-BE49-F238E27FC236}">
                <a16:creationId xmlns:a16="http://schemas.microsoft.com/office/drawing/2014/main" id="{68EAF8F5-9B88-0146-9809-126FE8FB2F29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7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Rubrikbild -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>
            <a:extLst>
              <a:ext uri="{FF2B5EF4-FFF2-40B4-BE49-F238E27FC236}">
                <a16:creationId xmlns:a16="http://schemas.microsoft.com/office/drawing/2014/main" id="{16A256E0-450C-4F4D-A8C8-5AECFBF87F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4228" r="40067"/>
          <a:stretch/>
        </p:blipFill>
        <p:spPr>
          <a:xfrm>
            <a:off x="5591810" y="-10505"/>
            <a:ext cx="6600190" cy="6858000"/>
          </a:xfrm>
          <a:prstGeom prst="rect">
            <a:avLst/>
          </a:prstGeom>
        </p:spPr>
      </p:pic>
      <p:sp>
        <p:nvSpPr>
          <p:cNvPr id="15" name="Rektangel 14">
            <a:extLst>
              <a:ext uri="{FF2B5EF4-FFF2-40B4-BE49-F238E27FC236}">
                <a16:creationId xmlns:a16="http://schemas.microsoft.com/office/drawing/2014/main" id="{0E9DC48A-A429-D746-92D5-ADF6B4102B38}"/>
              </a:ext>
            </a:extLst>
          </p:cNvPr>
          <p:cNvSpPr/>
          <p:nvPr userDrawn="1"/>
        </p:nvSpPr>
        <p:spPr>
          <a:xfrm>
            <a:off x="5901811" y="-15758"/>
            <a:ext cx="9405304" cy="6868505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63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 </a:t>
            </a:r>
          </a:p>
        </p:txBody>
      </p:sp>
      <p:sp>
        <p:nvSpPr>
          <p:cNvPr id="16" name="Platshållare för datum 3">
            <a:extLst>
              <a:ext uri="{FF2B5EF4-FFF2-40B4-BE49-F238E27FC236}">
                <a16:creationId xmlns:a16="http://schemas.microsoft.com/office/drawing/2014/main" id="{2116E295-AF41-3246-9B3A-9526B353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0564" y="6356352"/>
            <a:ext cx="1509941" cy="365125"/>
          </a:xfrm>
        </p:spPr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Platshållare för sidfot 4">
            <a:extLst>
              <a:ext uri="{FF2B5EF4-FFF2-40B4-BE49-F238E27FC236}">
                <a16:creationId xmlns:a16="http://schemas.microsoft.com/office/drawing/2014/main" id="{43CA1DA4-2329-474E-B4CA-E4EEB3586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4608" y="6356352"/>
            <a:ext cx="5012653" cy="365125"/>
          </a:xfrm>
        </p:spPr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Platshållare för bildnummer 5">
            <a:extLst>
              <a:ext uri="{FF2B5EF4-FFF2-40B4-BE49-F238E27FC236}">
                <a16:creationId xmlns:a16="http://schemas.microsoft.com/office/drawing/2014/main" id="{F0D02042-85F6-2D47-B04D-0E40E9EF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1364" y="6356352"/>
            <a:ext cx="819741" cy="365125"/>
          </a:xfrm>
        </p:spPr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9" name="Bildobjekt 18" descr="Sidfot_lång.png">
            <a:extLst>
              <a:ext uri="{FF2B5EF4-FFF2-40B4-BE49-F238E27FC236}">
                <a16:creationId xmlns:a16="http://schemas.microsoft.com/office/drawing/2014/main" id="{5045EBB1-4305-C546-B814-D0CC71D444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sp>
        <p:nvSpPr>
          <p:cNvPr id="12" name="Rubrik 1">
            <a:extLst>
              <a:ext uri="{FF2B5EF4-FFF2-40B4-BE49-F238E27FC236}">
                <a16:creationId xmlns:a16="http://schemas.microsoft.com/office/drawing/2014/main" id="{DEE08742-FD15-5441-BFBB-B7CF67DFA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96348"/>
            <a:ext cx="11158331" cy="591652"/>
          </a:xfrm>
          <a:solidFill>
            <a:srgbClr val="009EDF"/>
          </a:solidFill>
        </p:spPr>
        <p:txBody>
          <a:bodyPr wrap="none">
            <a:noAutofit/>
          </a:bodyPr>
          <a:lstStyle>
            <a:lvl1pPr marL="144000" indent="0">
              <a:defRPr sz="4000" u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4" name="Platshållare för innehåll 2">
            <a:extLst>
              <a:ext uri="{FF2B5EF4-FFF2-40B4-BE49-F238E27FC236}">
                <a16:creationId xmlns:a16="http://schemas.microsoft.com/office/drawing/2014/main" id="{1336E3BC-86BC-3847-A190-69E37FD60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21" name="Bildobjekt 20" descr="En bild som visar text&#10;&#10;Automatiskt genererad beskrivning">
            <a:extLst>
              <a:ext uri="{FF2B5EF4-FFF2-40B4-BE49-F238E27FC236}">
                <a16:creationId xmlns:a16="http://schemas.microsoft.com/office/drawing/2014/main" id="{5F7897CC-0C06-8B4B-94B4-9C65B8DA237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98157" y="6087011"/>
            <a:ext cx="1753878" cy="57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5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Rubrikbild -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>
            <a:extLst>
              <a:ext uri="{FF2B5EF4-FFF2-40B4-BE49-F238E27FC236}">
                <a16:creationId xmlns:a16="http://schemas.microsoft.com/office/drawing/2014/main" id="{16A256E0-450C-4F4D-A8C8-5AECFBF87F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4228" r="40067"/>
          <a:stretch/>
        </p:blipFill>
        <p:spPr>
          <a:xfrm>
            <a:off x="5591810" y="-10505"/>
            <a:ext cx="6600190" cy="6858000"/>
          </a:xfrm>
          <a:prstGeom prst="rect">
            <a:avLst/>
          </a:prstGeom>
        </p:spPr>
      </p:pic>
      <p:sp>
        <p:nvSpPr>
          <p:cNvPr id="15" name="Rektangel 14">
            <a:extLst>
              <a:ext uri="{FF2B5EF4-FFF2-40B4-BE49-F238E27FC236}">
                <a16:creationId xmlns:a16="http://schemas.microsoft.com/office/drawing/2014/main" id="{0E9DC48A-A429-D746-92D5-ADF6B4102B38}"/>
              </a:ext>
            </a:extLst>
          </p:cNvPr>
          <p:cNvSpPr/>
          <p:nvPr userDrawn="1"/>
        </p:nvSpPr>
        <p:spPr>
          <a:xfrm>
            <a:off x="5901811" y="-15758"/>
            <a:ext cx="9405304" cy="6868505"/>
          </a:xfrm>
          <a:prstGeom prst="rect">
            <a:avLst/>
          </a:prstGeom>
          <a:gradFill>
            <a:gsLst>
              <a:gs pos="12000">
                <a:schemeClr val="bg1"/>
              </a:gs>
              <a:gs pos="80000">
                <a:schemeClr val="bg1">
                  <a:alpha val="63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 </a:t>
            </a:r>
          </a:p>
        </p:txBody>
      </p:sp>
      <p:sp>
        <p:nvSpPr>
          <p:cNvPr id="16" name="Platshållare för datum 3">
            <a:extLst>
              <a:ext uri="{FF2B5EF4-FFF2-40B4-BE49-F238E27FC236}">
                <a16:creationId xmlns:a16="http://schemas.microsoft.com/office/drawing/2014/main" id="{2116E295-AF41-3246-9B3A-9526B353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0564" y="6356352"/>
            <a:ext cx="1509941" cy="365125"/>
          </a:xfrm>
        </p:spPr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Platshållare för sidfot 4">
            <a:extLst>
              <a:ext uri="{FF2B5EF4-FFF2-40B4-BE49-F238E27FC236}">
                <a16:creationId xmlns:a16="http://schemas.microsoft.com/office/drawing/2014/main" id="{43CA1DA4-2329-474E-B4CA-E4EEB3586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4608" y="6356352"/>
            <a:ext cx="5012653" cy="365125"/>
          </a:xfrm>
        </p:spPr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Platshållare för bildnummer 5">
            <a:extLst>
              <a:ext uri="{FF2B5EF4-FFF2-40B4-BE49-F238E27FC236}">
                <a16:creationId xmlns:a16="http://schemas.microsoft.com/office/drawing/2014/main" id="{F0D02042-85F6-2D47-B04D-0E40E9EF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1364" y="6356352"/>
            <a:ext cx="819741" cy="365125"/>
          </a:xfrm>
        </p:spPr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9" name="Bildobjekt 18" descr="Sidfot_lång.png">
            <a:extLst>
              <a:ext uri="{FF2B5EF4-FFF2-40B4-BE49-F238E27FC236}">
                <a16:creationId xmlns:a16="http://schemas.microsoft.com/office/drawing/2014/main" id="{5045EBB1-4305-C546-B814-D0CC71D444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sp>
        <p:nvSpPr>
          <p:cNvPr id="13" name="Rubrik 8">
            <a:extLst>
              <a:ext uri="{FF2B5EF4-FFF2-40B4-BE49-F238E27FC236}">
                <a16:creationId xmlns:a16="http://schemas.microsoft.com/office/drawing/2014/main" id="{3E036DF6-7BB5-3249-BDEE-375246E12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600"/>
            <a:ext cx="1115833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4" name="Platshållare för innehåll 2">
            <a:extLst>
              <a:ext uri="{FF2B5EF4-FFF2-40B4-BE49-F238E27FC236}">
                <a16:creationId xmlns:a16="http://schemas.microsoft.com/office/drawing/2014/main" id="{A9BE2B51-3814-9540-9D0C-03C070DFA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2" name="Bildobjekt 11" descr="En bild som visar text&#10;&#10;Automatiskt genererad beskrivning">
            <a:extLst>
              <a:ext uri="{FF2B5EF4-FFF2-40B4-BE49-F238E27FC236}">
                <a16:creationId xmlns:a16="http://schemas.microsoft.com/office/drawing/2014/main" id="{32FF03DE-9A14-8D49-A5A5-AC4E009DD4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98157" y="6087011"/>
            <a:ext cx="1753878" cy="57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1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Rubrikbild -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 descr="En bild som visar kopp, glasögon, bord, orange&#10;&#10;Automatiskt genererad beskrivning">
            <a:extLst>
              <a:ext uri="{FF2B5EF4-FFF2-40B4-BE49-F238E27FC236}">
                <a16:creationId xmlns:a16="http://schemas.microsoft.com/office/drawing/2014/main" id="{27CAB7D5-26D9-8342-AB50-F73FA45F03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974"/>
          <a:stretch/>
        </p:blipFill>
        <p:spPr>
          <a:xfrm>
            <a:off x="4996543" y="0"/>
            <a:ext cx="7195457" cy="6858000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187768E0-C9BE-0945-910D-AC61EA4A6BA0}"/>
              </a:ext>
            </a:extLst>
          </p:cNvPr>
          <p:cNvSpPr/>
          <p:nvPr userDrawn="1"/>
        </p:nvSpPr>
        <p:spPr>
          <a:xfrm>
            <a:off x="4711281" y="0"/>
            <a:ext cx="9285534" cy="6858000"/>
          </a:xfrm>
          <a:prstGeom prst="rect">
            <a:avLst/>
          </a:prstGeom>
          <a:gradFill>
            <a:gsLst>
              <a:gs pos="23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 </a:t>
            </a:r>
          </a:p>
        </p:txBody>
      </p:sp>
      <p:sp>
        <p:nvSpPr>
          <p:cNvPr id="15" name="Platshållare för datum 3">
            <a:extLst>
              <a:ext uri="{FF2B5EF4-FFF2-40B4-BE49-F238E27FC236}">
                <a16:creationId xmlns:a16="http://schemas.microsoft.com/office/drawing/2014/main" id="{97F63E15-4BC2-7D4E-8A47-48B77EAF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0396" y="6356352"/>
            <a:ext cx="1509941" cy="365125"/>
          </a:xfrm>
        </p:spPr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F1A56F6E-4B64-E443-BE9A-4A88612F5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4440" y="6356352"/>
            <a:ext cx="5012653" cy="365125"/>
          </a:xfrm>
        </p:spPr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Rubrik 1">
            <a:extLst>
              <a:ext uri="{FF2B5EF4-FFF2-40B4-BE49-F238E27FC236}">
                <a16:creationId xmlns:a16="http://schemas.microsoft.com/office/drawing/2014/main" id="{B5FC6DF5-BE4A-0C48-B7AB-3DB27BAF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96348"/>
            <a:ext cx="11158331" cy="591652"/>
          </a:xfrm>
          <a:solidFill>
            <a:srgbClr val="009EDF"/>
          </a:solidFill>
        </p:spPr>
        <p:txBody>
          <a:bodyPr wrap="none">
            <a:noAutofit/>
          </a:bodyPr>
          <a:lstStyle>
            <a:lvl1pPr marL="144000" indent="0">
              <a:defRPr sz="4000" u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49D301F5-C281-A747-ACF4-726D4CB3C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3" name="Bildobjekt 12" descr="HH_ENG_Liggande.png">
            <a:extLst>
              <a:ext uri="{FF2B5EF4-FFF2-40B4-BE49-F238E27FC236}">
                <a16:creationId xmlns:a16="http://schemas.microsoft.com/office/drawing/2014/main" id="{FA01EF26-AE41-E44E-950B-70B8F08ED2F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" y="6102007"/>
            <a:ext cx="1755534" cy="57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3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Rubrikbild -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 descr="En bild som visar kopp, glasögon, bord, orange&#10;&#10;Automatiskt genererad beskrivning">
            <a:extLst>
              <a:ext uri="{FF2B5EF4-FFF2-40B4-BE49-F238E27FC236}">
                <a16:creationId xmlns:a16="http://schemas.microsoft.com/office/drawing/2014/main" id="{27CAB7D5-26D9-8342-AB50-F73FA45F03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974"/>
          <a:stretch/>
        </p:blipFill>
        <p:spPr>
          <a:xfrm>
            <a:off x="4996543" y="0"/>
            <a:ext cx="7195457" cy="6858000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187768E0-C9BE-0945-910D-AC61EA4A6BA0}"/>
              </a:ext>
            </a:extLst>
          </p:cNvPr>
          <p:cNvSpPr/>
          <p:nvPr userDrawn="1"/>
        </p:nvSpPr>
        <p:spPr>
          <a:xfrm>
            <a:off x="4711281" y="0"/>
            <a:ext cx="9285534" cy="6858000"/>
          </a:xfrm>
          <a:prstGeom prst="rect">
            <a:avLst/>
          </a:prstGeom>
          <a:gradFill>
            <a:gsLst>
              <a:gs pos="23000">
                <a:schemeClr val="bg1"/>
              </a:gs>
              <a:gs pos="8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 </a:t>
            </a:r>
          </a:p>
        </p:txBody>
      </p:sp>
      <p:sp>
        <p:nvSpPr>
          <p:cNvPr id="15" name="Platshållare för datum 3">
            <a:extLst>
              <a:ext uri="{FF2B5EF4-FFF2-40B4-BE49-F238E27FC236}">
                <a16:creationId xmlns:a16="http://schemas.microsoft.com/office/drawing/2014/main" id="{97F63E15-4BC2-7D4E-8A47-48B77EAF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0396" y="6356352"/>
            <a:ext cx="1509941" cy="365125"/>
          </a:xfrm>
        </p:spPr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F1A56F6E-4B64-E443-BE9A-4A88612F5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4440" y="6356352"/>
            <a:ext cx="5012653" cy="365125"/>
          </a:xfrm>
        </p:spPr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Rubrik 8">
            <a:extLst>
              <a:ext uri="{FF2B5EF4-FFF2-40B4-BE49-F238E27FC236}">
                <a16:creationId xmlns:a16="http://schemas.microsoft.com/office/drawing/2014/main" id="{478AFD0E-646F-5841-BD35-13C65051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600"/>
            <a:ext cx="1115833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3" name="Platshållare för innehåll 2">
            <a:extLst>
              <a:ext uri="{FF2B5EF4-FFF2-40B4-BE49-F238E27FC236}">
                <a16:creationId xmlns:a16="http://schemas.microsoft.com/office/drawing/2014/main" id="{1E511B30-AD30-6144-9CD4-47D35C551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1" name="Bildobjekt 10" descr="HH_ENG_Liggande.png">
            <a:extLst>
              <a:ext uri="{FF2B5EF4-FFF2-40B4-BE49-F238E27FC236}">
                <a16:creationId xmlns:a16="http://schemas.microsoft.com/office/drawing/2014/main" id="{B3193AD7-1CFD-9D4A-B93A-52C5C53B6DE0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" y="6102007"/>
            <a:ext cx="1755534" cy="57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48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objekt 13">
            <a:extLst>
              <a:ext uri="{FF2B5EF4-FFF2-40B4-BE49-F238E27FC236}">
                <a16:creationId xmlns:a16="http://schemas.microsoft.com/office/drawing/2014/main" id="{A660A980-5108-9A4B-B20A-A4C84FAE92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67"/>
          <a:stretch/>
        </p:blipFill>
        <p:spPr>
          <a:xfrm>
            <a:off x="266701" y="296572"/>
            <a:ext cx="11650324" cy="5735340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05FBC07C-B818-8B44-B899-EA4A12935548}"/>
              </a:ext>
            </a:extLst>
          </p:cNvPr>
          <p:cNvSpPr/>
          <p:nvPr userDrawn="1"/>
        </p:nvSpPr>
        <p:spPr>
          <a:xfrm>
            <a:off x="586410" y="576469"/>
            <a:ext cx="11042374" cy="5168347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Bildobjekt 10" descr="Sidfot_lång.png">
            <a:extLst>
              <a:ext uri="{FF2B5EF4-FFF2-40B4-BE49-F238E27FC236}">
                <a16:creationId xmlns:a16="http://schemas.microsoft.com/office/drawing/2014/main" id="{9FA153C5-0B98-204B-A1AC-E73BA663F9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sp>
        <p:nvSpPr>
          <p:cNvPr id="13" name="Rubrik 8">
            <a:extLst>
              <a:ext uri="{FF2B5EF4-FFF2-40B4-BE49-F238E27FC236}">
                <a16:creationId xmlns:a16="http://schemas.microsoft.com/office/drawing/2014/main" id="{297D46E4-D4D1-6549-BD70-D553E9D0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68" y="681104"/>
            <a:ext cx="10154479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5" name="Platshållare för innehåll 2">
            <a:extLst>
              <a:ext uri="{FF2B5EF4-FFF2-40B4-BE49-F238E27FC236}">
                <a16:creationId xmlns:a16="http://schemas.microsoft.com/office/drawing/2014/main" id="{4970193D-460A-1A48-8B0B-727BFC154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853" y="1756331"/>
            <a:ext cx="10154479" cy="3908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6" name="Bildobjekt 15" descr="HH_ENG_Liggande.png">
            <a:extLst>
              <a:ext uri="{FF2B5EF4-FFF2-40B4-BE49-F238E27FC236}">
                <a16:creationId xmlns:a16="http://schemas.microsoft.com/office/drawing/2014/main" id="{F25BAF3D-46C3-2A47-8962-837E733939CA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98706" y="6102008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90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objekt 13">
            <a:extLst>
              <a:ext uri="{FF2B5EF4-FFF2-40B4-BE49-F238E27FC236}">
                <a16:creationId xmlns:a16="http://schemas.microsoft.com/office/drawing/2014/main" id="{A660A980-5108-9A4B-B20A-A4C84FAE92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67"/>
          <a:stretch/>
        </p:blipFill>
        <p:spPr>
          <a:xfrm>
            <a:off x="266701" y="296572"/>
            <a:ext cx="11650324" cy="5735340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05FBC07C-B818-8B44-B899-EA4A12935548}"/>
              </a:ext>
            </a:extLst>
          </p:cNvPr>
          <p:cNvSpPr/>
          <p:nvPr userDrawn="1"/>
        </p:nvSpPr>
        <p:spPr>
          <a:xfrm>
            <a:off x="266701" y="296572"/>
            <a:ext cx="11658598" cy="573533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Bildobjekt 10" descr="Sidfot_lång.png">
            <a:extLst>
              <a:ext uri="{FF2B5EF4-FFF2-40B4-BE49-F238E27FC236}">
                <a16:creationId xmlns:a16="http://schemas.microsoft.com/office/drawing/2014/main" id="{9FA153C5-0B98-204B-A1AC-E73BA663F9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sp>
        <p:nvSpPr>
          <p:cNvPr id="15" name="Rubrik 1">
            <a:extLst>
              <a:ext uri="{FF2B5EF4-FFF2-40B4-BE49-F238E27FC236}">
                <a16:creationId xmlns:a16="http://schemas.microsoft.com/office/drawing/2014/main" id="{1EE96182-BBE7-6D43-B5AA-59193F1E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99" y="705678"/>
            <a:ext cx="10687276" cy="591652"/>
          </a:xfrm>
          <a:solidFill>
            <a:srgbClr val="009EDF"/>
          </a:solidFill>
        </p:spPr>
        <p:txBody>
          <a:bodyPr wrap="none">
            <a:noAutofit/>
          </a:bodyPr>
          <a:lstStyle>
            <a:lvl1pPr marL="144000" indent="0">
              <a:defRPr sz="4000" u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6" name="Platshållare för innehåll 2">
            <a:extLst>
              <a:ext uri="{FF2B5EF4-FFF2-40B4-BE49-F238E27FC236}">
                <a16:creationId xmlns:a16="http://schemas.microsoft.com/office/drawing/2014/main" id="{08B07053-E366-B247-9C91-9BCA10640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299" y="1577296"/>
            <a:ext cx="11158331" cy="452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3" name="Bildobjekt 12" descr="HH_ENG_Liggande.png">
            <a:extLst>
              <a:ext uri="{FF2B5EF4-FFF2-40B4-BE49-F238E27FC236}">
                <a16:creationId xmlns:a16="http://schemas.microsoft.com/office/drawing/2014/main" id="{D457FC39-08A6-6C4A-A6D3-5041C69A799F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98706" y="6102008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3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objekt 11" descr="HH_ENG_Liggande.png">
            <a:extLst>
              <a:ext uri="{FF2B5EF4-FFF2-40B4-BE49-F238E27FC236}">
                <a16:creationId xmlns:a16="http://schemas.microsoft.com/office/drawing/2014/main" id="{710AC6F1-66A8-9641-A453-2358B1715F9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124" y="273602"/>
            <a:ext cx="2374315" cy="776388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914400" y="2279512"/>
            <a:ext cx="103632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828800" y="3766932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Bildobjekt 9" descr="Sidfot_lång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90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609600" y="1602000"/>
            <a:ext cx="5472000" cy="4525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287080" y="1602000"/>
            <a:ext cx="5472000" cy="4525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Bildobjekt 7" descr="Sidfot_lång.png">
            <a:extLst>
              <a:ext uri="{FF2B5EF4-FFF2-40B4-BE49-F238E27FC236}">
                <a16:creationId xmlns:a16="http://schemas.microsoft.com/office/drawing/2014/main" id="{D4C2690C-1246-2449-BDF8-AB7FBF674B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pic>
        <p:nvPicPr>
          <p:cNvPr id="10" name="Bildobjekt 9" descr="HH_ENG_Liggande.png">
            <a:extLst>
              <a:ext uri="{FF2B5EF4-FFF2-40B4-BE49-F238E27FC236}">
                <a16:creationId xmlns:a16="http://schemas.microsoft.com/office/drawing/2014/main" id="{BB7799AD-A558-104F-B91C-44EF67011F21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08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3" y="273600"/>
            <a:ext cx="1115833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09600" y="1485143"/>
            <a:ext cx="5472000" cy="531604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09600" y="2084400"/>
            <a:ext cx="5472000" cy="40186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278429" y="1485143"/>
            <a:ext cx="5472000" cy="531604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278429" y="2084400"/>
            <a:ext cx="5472000" cy="40186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Bildobjekt 9" descr="Sidfot_lång.png">
            <a:extLst>
              <a:ext uri="{FF2B5EF4-FFF2-40B4-BE49-F238E27FC236}">
                <a16:creationId xmlns:a16="http://schemas.microsoft.com/office/drawing/2014/main" id="{06DA8989-C36E-6845-B1C9-360D3BA874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pic>
        <p:nvPicPr>
          <p:cNvPr id="12" name="Bildobjekt 11" descr="HH_ENG_Liggande.png">
            <a:extLst>
              <a:ext uri="{FF2B5EF4-FFF2-40B4-BE49-F238E27FC236}">
                <a16:creationId xmlns:a16="http://schemas.microsoft.com/office/drawing/2014/main" id="{857E7055-782D-0B4F-8CBA-DBC5F6A2F295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75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Bildobjekt 5" descr="Sidfot_lång.png">
            <a:extLst>
              <a:ext uri="{FF2B5EF4-FFF2-40B4-BE49-F238E27FC236}">
                <a16:creationId xmlns:a16="http://schemas.microsoft.com/office/drawing/2014/main" id="{2A87E44A-B361-2C4C-816F-32B1CE0FCE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pic>
        <p:nvPicPr>
          <p:cNvPr id="8" name="Bildobjekt 7" descr="HH_ENG_Liggande.png">
            <a:extLst>
              <a:ext uri="{FF2B5EF4-FFF2-40B4-BE49-F238E27FC236}">
                <a16:creationId xmlns:a16="http://schemas.microsoft.com/office/drawing/2014/main" id="{F3AA6653-3996-4146-8707-B3BC702FC297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20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Bildobjekt 7" descr="Sidfot_lång.png">
            <a:extLst>
              <a:ext uri="{FF2B5EF4-FFF2-40B4-BE49-F238E27FC236}">
                <a16:creationId xmlns:a16="http://schemas.microsoft.com/office/drawing/2014/main" id="{22ABF059-D756-4040-9440-F943FF6B3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sp>
        <p:nvSpPr>
          <p:cNvPr id="13" name="Rubrik 1">
            <a:extLst>
              <a:ext uri="{FF2B5EF4-FFF2-40B4-BE49-F238E27FC236}">
                <a16:creationId xmlns:a16="http://schemas.microsoft.com/office/drawing/2014/main" id="{78EC3300-DAA3-9F48-8A46-CCFBC1589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14" name="Platshållare för text 3">
            <a:extLst>
              <a:ext uri="{FF2B5EF4-FFF2-40B4-BE49-F238E27FC236}">
                <a16:creationId xmlns:a16="http://schemas.microsoft.com/office/drawing/2014/main" id="{FB406B51-0F0A-CE4F-9A56-84E9E8BF6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latshållare för innehåll 2">
            <a:extLst>
              <a:ext uri="{FF2B5EF4-FFF2-40B4-BE49-F238E27FC236}">
                <a16:creationId xmlns:a16="http://schemas.microsoft.com/office/drawing/2014/main" id="{4A3DF883-CFDE-9344-B663-63A8D06AE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pic>
        <p:nvPicPr>
          <p:cNvPr id="10" name="Bildobjekt 9" descr="HH_ENG_Liggande.png">
            <a:extLst>
              <a:ext uri="{FF2B5EF4-FFF2-40B4-BE49-F238E27FC236}">
                <a16:creationId xmlns:a16="http://schemas.microsoft.com/office/drawing/2014/main" id="{F352C259-B7FD-6046-9419-691CCAF005F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52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Bildobjekt 7" descr="Sidfot_lång.png">
            <a:extLst>
              <a:ext uri="{FF2B5EF4-FFF2-40B4-BE49-F238E27FC236}">
                <a16:creationId xmlns:a16="http://schemas.microsoft.com/office/drawing/2014/main" id="{16DA3CBE-E640-3C49-A667-37AC20FFCA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pic>
        <p:nvPicPr>
          <p:cNvPr id="10" name="Bildobjekt 9" descr="HH_ENG_Liggande.png">
            <a:extLst>
              <a:ext uri="{FF2B5EF4-FFF2-40B4-BE49-F238E27FC236}">
                <a16:creationId xmlns:a16="http://schemas.microsoft.com/office/drawing/2014/main" id="{A32BEA9A-EBA5-584D-B07D-EE7621599C22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60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Bildobjekt 6" descr="Sidfot_lång.png">
            <a:extLst>
              <a:ext uri="{FF2B5EF4-FFF2-40B4-BE49-F238E27FC236}">
                <a16:creationId xmlns:a16="http://schemas.microsoft.com/office/drawing/2014/main" id="{66F11CFA-813A-AD4F-829E-F1E9AE5554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pic>
        <p:nvPicPr>
          <p:cNvPr id="9" name="Bildobjekt 8" descr="HH_ENG_Liggande.png">
            <a:extLst>
              <a:ext uri="{FF2B5EF4-FFF2-40B4-BE49-F238E27FC236}">
                <a16:creationId xmlns:a16="http://schemas.microsoft.com/office/drawing/2014/main" id="{89972276-0BC2-F54D-AD55-890C057E3C12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767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Bildobjekt 6" descr="Sidfot_lång.png">
            <a:extLst>
              <a:ext uri="{FF2B5EF4-FFF2-40B4-BE49-F238E27FC236}">
                <a16:creationId xmlns:a16="http://schemas.microsoft.com/office/drawing/2014/main" id="{8D0F4C95-9AB5-5643-A62F-7ACDB8CBD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00083"/>
            <a:ext cx="2133600" cy="321392"/>
          </a:xfrm>
          <a:prstGeom prst="rect">
            <a:avLst/>
          </a:prstGeom>
        </p:spPr>
      </p:pic>
      <p:pic>
        <p:nvPicPr>
          <p:cNvPr id="9" name="Bildobjekt 8" descr="HH_ENG_Liggande.png">
            <a:extLst>
              <a:ext uri="{FF2B5EF4-FFF2-40B4-BE49-F238E27FC236}">
                <a16:creationId xmlns:a16="http://schemas.microsoft.com/office/drawing/2014/main" id="{26A6922D-9F0E-854F-B8AE-B398030E33FD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98706" y="6092069"/>
            <a:ext cx="1721166" cy="5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5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609602" y="273600"/>
            <a:ext cx="111583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09600" y="1602000"/>
            <a:ext cx="11158331" cy="452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2291094" y="6356352"/>
            <a:ext cx="1509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Gill Sans Std Light" pitchFamily="34" charset="0"/>
              </a:defRPr>
            </a:lvl1pPr>
          </a:lstStyle>
          <a:p>
            <a:fld id="{E77EB496-ABEF-44ED-A2F0-F0CF274C688E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2026-09-15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885138" y="6356352"/>
            <a:ext cx="50126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Gill Sans Std Light" pitchFamily="34" charset="0"/>
              </a:defRPr>
            </a:lvl1pPr>
          </a:lstStyle>
          <a:p>
            <a:endParaRPr lang="sv-SE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981894" y="6356352"/>
            <a:ext cx="819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Gill Sans Std Light" pitchFamily="34" charset="0"/>
              </a:defRPr>
            </a:lvl1pPr>
          </a:lstStyle>
          <a:p>
            <a:fld id="{7F1778D9-81D2-4496-A352-7CD7B16C1ED3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3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5" r:id="rId2"/>
    <p:sldLayoutId id="2147483696" r:id="rId3"/>
    <p:sldLayoutId id="2147483675" r:id="rId4"/>
    <p:sldLayoutId id="2147483676" r:id="rId5"/>
    <p:sldLayoutId id="2147483677" r:id="rId6"/>
    <p:sldLayoutId id="2147483678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9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bricks.com/learn/free-edition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isr-hh/handson_mlflow_optuna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B622E32F-5A99-4EC8-8CE9-5F26A03EDE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II – Databrick by brick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DC78A997-C450-4677-9527-A12A7477B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An introduction to MLOPS in </a:t>
            </a:r>
            <a:r>
              <a:rPr lang="en-US" dirty="0" err="1"/>
              <a:t>databricks</a:t>
            </a:r>
            <a:r>
              <a:rPr lang="en-US" dirty="0"/>
              <a:t>, by means of a simple automated pipeline</a:t>
            </a:r>
          </a:p>
        </p:txBody>
      </p:sp>
    </p:spTree>
    <p:extLst>
      <p:ext uri="{BB962C8B-B14F-4D97-AF65-F5344CB8AC3E}">
        <p14:creationId xmlns:p14="http://schemas.microsoft.com/office/powerpoint/2010/main" val="4191655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66205-FC6E-1AE2-18C5-6E2FB1E7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far: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89AA7-9667-B2AB-580D-455A62765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looked at </a:t>
            </a:r>
            <a:r>
              <a:rPr lang="en-GB" dirty="0" err="1"/>
              <a:t>Optuna</a:t>
            </a:r>
            <a:r>
              <a:rPr lang="en-GB" dirty="0"/>
              <a:t> for exploring the parameter space for models.</a:t>
            </a:r>
          </a:p>
          <a:p>
            <a:r>
              <a:rPr lang="en-GB" dirty="0"/>
              <a:t>We discussed </a:t>
            </a:r>
            <a:r>
              <a:rPr lang="en-GB" dirty="0" err="1"/>
              <a:t>MLflow</a:t>
            </a:r>
            <a:r>
              <a:rPr lang="en-GB" dirty="0"/>
              <a:t> as a method of managing training and artifact storage.</a:t>
            </a:r>
          </a:p>
        </p:txBody>
      </p:sp>
    </p:spTree>
    <p:extLst>
      <p:ext uri="{BB962C8B-B14F-4D97-AF65-F5344CB8AC3E}">
        <p14:creationId xmlns:p14="http://schemas.microsoft.com/office/powerpoint/2010/main" val="67708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F8EA-0A61-2BC3-712A-C61A5CF7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07B8A-5C6F-0632-49F8-A7E5C54C6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2000"/>
            <a:ext cx="6256420" cy="49824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We look at hosting a small automated toy pipeline for training, evaluating and deploying a model on </a:t>
            </a:r>
            <a:r>
              <a:rPr lang="en-GB" dirty="0" err="1"/>
              <a:t>databricks</a:t>
            </a:r>
            <a:r>
              <a:rPr lang="en-GB" dirty="0"/>
              <a:t>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B13CC3-E4D2-6530-2842-9531B4319A91}"/>
              </a:ext>
            </a:extLst>
          </p:cNvPr>
          <p:cNvSpPr/>
          <p:nvPr/>
        </p:nvSpPr>
        <p:spPr>
          <a:xfrm>
            <a:off x="9598880" y="3558571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58F7EF-3F14-B344-FB75-FAF7B4CDF870}"/>
              </a:ext>
            </a:extLst>
          </p:cNvPr>
          <p:cNvSpPr/>
          <p:nvPr/>
        </p:nvSpPr>
        <p:spPr>
          <a:xfrm>
            <a:off x="10808486" y="3558571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2FCEF-17A0-16B3-E7E3-3B029E391541}"/>
              </a:ext>
            </a:extLst>
          </p:cNvPr>
          <p:cNvSpPr/>
          <p:nvPr/>
        </p:nvSpPr>
        <p:spPr>
          <a:xfrm>
            <a:off x="8389274" y="2722680"/>
            <a:ext cx="3548624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5B5AEF-F6BE-3505-63E8-281E9A0D9E7D}"/>
              </a:ext>
            </a:extLst>
          </p:cNvPr>
          <p:cNvSpPr/>
          <p:nvPr/>
        </p:nvSpPr>
        <p:spPr>
          <a:xfrm>
            <a:off x="8376807" y="4394462"/>
            <a:ext cx="3548624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64B05E-AAD6-19E0-F03D-BD4F1006655B}"/>
              </a:ext>
            </a:extLst>
          </p:cNvPr>
          <p:cNvSpPr/>
          <p:nvPr/>
        </p:nvSpPr>
        <p:spPr>
          <a:xfrm>
            <a:off x="9598880" y="1884143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220707-5773-569B-4590-E987831D1867}"/>
              </a:ext>
            </a:extLst>
          </p:cNvPr>
          <p:cNvSpPr/>
          <p:nvPr/>
        </p:nvSpPr>
        <p:spPr>
          <a:xfrm>
            <a:off x="10808486" y="1884143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32F717-30BA-720A-4CB2-1698D2E377FB}"/>
              </a:ext>
            </a:extLst>
          </p:cNvPr>
          <p:cNvSpPr/>
          <p:nvPr/>
        </p:nvSpPr>
        <p:spPr>
          <a:xfrm>
            <a:off x="8389274" y="1884143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DF4C76-00C0-3D02-F35E-4866ADA82D52}"/>
              </a:ext>
            </a:extLst>
          </p:cNvPr>
          <p:cNvSpPr/>
          <p:nvPr/>
        </p:nvSpPr>
        <p:spPr>
          <a:xfrm>
            <a:off x="8376807" y="1045606"/>
            <a:ext cx="3548624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4AC213-653E-03C1-FA87-EACD1AA8E539}"/>
              </a:ext>
            </a:extLst>
          </p:cNvPr>
          <p:cNvSpPr/>
          <p:nvPr/>
        </p:nvSpPr>
        <p:spPr>
          <a:xfrm>
            <a:off x="9598880" y="5238291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C8F553-54F7-4D42-24E4-A1976B080DDD}"/>
              </a:ext>
            </a:extLst>
          </p:cNvPr>
          <p:cNvSpPr/>
          <p:nvPr/>
        </p:nvSpPr>
        <p:spPr>
          <a:xfrm>
            <a:off x="8389274" y="5238291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83C102-1275-74C9-F3A0-DD4495C05326}"/>
              </a:ext>
            </a:extLst>
          </p:cNvPr>
          <p:cNvSpPr/>
          <p:nvPr/>
        </p:nvSpPr>
        <p:spPr>
          <a:xfrm>
            <a:off x="10796019" y="192515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0892F6-4160-119F-9001-2D7411E77B04}"/>
              </a:ext>
            </a:extLst>
          </p:cNvPr>
          <p:cNvSpPr/>
          <p:nvPr/>
        </p:nvSpPr>
        <p:spPr>
          <a:xfrm>
            <a:off x="8376807" y="192515"/>
            <a:ext cx="1129412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71280D-9FB1-6140-BFB2-4DE27B6BB498}"/>
              </a:ext>
            </a:extLst>
          </p:cNvPr>
          <p:cNvSpPr/>
          <p:nvPr/>
        </p:nvSpPr>
        <p:spPr>
          <a:xfrm>
            <a:off x="8351520" y="-660576"/>
            <a:ext cx="3548624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E4E189-A4E0-3787-9B18-38A1C1E013CB}"/>
              </a:ext>
            </a:extLst>
          </p:cNvPr>
          <p:cNvSpPr/>
          <p:nvPr/>
        </p:nvSpPr>
        <p:spPr>
          <a:xfrm>
            <a:off x="8389274" y="6091382"/>
            <a:ext cx="3548624" cy="76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958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FB88-B998-ECC4-FDF1-53508E92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Instructions: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107AE-C306-850C-4E07-69A3831E8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2000"/>
            <a:ext cx="6156960" cy="461592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If you want to take the opportunity to explore </a:t>
            </a:r>
            <a:r>
              <a:rPr lang="en-GB" dirty="0" err="1"/>
              <a:t>databricks</a:t>
            </a:r>
            <a:r>
              <a:rPr lang="en-GB" dirty="0"/>
              <a:t> and connect our pipeline from the provided components (recommended), feel free to use the QR code, link or search for “</a:t>
            </a:r>
            <a:r>
              <a:rPr lang="en-GB" dirty="0" err="1"/>
              <a:t>databricks</a:t>
            </a:r>
            <a:r>
              <a:rPr lang="en-GB" dirty="0"/>
              <a:t> free edition” to set up a free account and follow along.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68F7E-EC16-87AA-AE36-15FCFAD4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653" y="845100"/>
            <a:ext cx="3688682" cy="3688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A791A8-1E4F-6649-7054-6A38A9CEE305}"/>
              </a:ext>
            </a:extLst>
          </p:cNvPr>
          <p:cNvSpPr txBox="1"/>
          <p:nvPr/>
        </p:nvSpPr>
        <p:spPr>
          <a:xfrm>
            <a:off x="5842263" y="4643617"/>
            <a:ext cx="6619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hlinkClick r:id="rId3"/>
              </a:rPr>
              <a:t>https://www.databricks.com/learn/free-edition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21037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99C5-D3D3-3176-FF57-2734899D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Databricks (introduction)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19E2B-F655-1B63-C62E-62E035E9B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warehouses offered a structured/rigid way of storing data allowing for simple data lineage tracing and various forms of governance. </a:t>
            </a:r>
          </a:p>
          <a:p>
            <a:r>
              <a:rPr lang="en-GB" dirty="0"/>
              <a:t>With the growing volume and variety of data, the idea of </a:t>
            </a:r>
            <a:r>
              <a:rPr lang="en-GB" dirty="0" err="1"/>
              <a:t>datalakes</a:t>
            </a:r>
            <a:r>
              <a:rPr lang="en-GB" dirty="0"/>
              <a:t> became popular with cheap and efficient scaling. </a:t>
            </a:r>
          </a:p>
          <a:p>
            <a:pPr marL="0" indent="0">
              <a:buNone/>
            </a:pPr>
            <a:endParaRPr lang="en-GB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“How does one govern a country with 246 varieties of cheese.”</a:t>
            </a:r>
          </a:p>
          <a:p>
            <a:endParaRPr lang="en-GB" dirty="0"/>
          </a:p>
          <a:p>
            <a:r>
              <a:rPr lang="en-GB" dirty="0"/>
              <a:t>Data </a:t>
            </a:r>
            <a:r>
              <a:rPr lang="en-GB" dirty="0" err="1"/>
              <a:t>lakehouses</a:t>
            </a:r>
            <a:r>
              <a:rPr lang="en-GB" dirty="0"/>
              <a:t> such as what </a:t>
            </a:r>
            <a:r>
              <a:rPr lang="en-GB" dirty="0" err="1"/>
              <a:t>databricks</a:t>
            </a:r>
            <a:r>
              <a:rPr lang="en-GB" dirty="0"/>
              <a:t> facilitates attempts to offer a best of both worlds allowing for large quantities of varied and distributed yet manageable data.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8018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D9AF-E990-CCB5-F985-704A30EF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Databricks (introduction)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3CDC2-BCFF-D2F2-03BA-7DBCF95CF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Databricks is intrinsically cloud based, so to run notebooks/scripts, you need to designate your computational resource for the run.</a:t>
            </a:r>
          </a:p>
          <a:p>
            <a:r>
              <a:rPr lang="en-GB" dirty="0"/>
              <a:t>You may also select environments and define additional requirements.</a:t>
            </a:r>
          </a:p>
          <a:p>
            <a:endParaRPr lang="en-GB" dirty="0"/>
          </a:p>
          <a:p>
            <a:r>
              <a:rPr lang="en-GB" dirty="0"/>
              <a:t>This tutorial is based on the ML environment (v5) which already contains </a:t>
            </a:r>
            <a:r>
              <a:rPr lang="en-GB" dirty="0" err="1"/>
              <a:t>optuna</a:t>
            </a:r>
            <a:r>
              <a:rPr lang="en-GB" dirty="0"/>
              <a:t>, </a:t>
            </a:r>
            <a:r>
              <a:rPr lang="en-GB" dirty="0" err="1"/>
              <a:t>mlflow</a:t>
            </a:r>
            <a:r>
              <a:rPr lang="en-GB" dirty="0"/>
              <a:t> and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24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41AE-F518-6D9F-5988-D25A4465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E745D-573A-1E9A-B64F-A16ADCB13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Workspace</a:t>
            </a:r>
          </a:p>
          <a:p>
            <a:r>
              <a:rPr lang="en-GB" dirty="0" err="1"/>
              <a:t>Gitfolders</a:t>
            </a:r>
            <a:endParaRPr lang="en-GB" dirty="0"/>
          </a:p>
          <a:p>
            <a:r>
              <a:rPr lang="en-GB" dirty="0"/>
              <a:t>Catalogue</a:t>
            </a:r>
          </a:p>
          <a:p>
            <a:r>
              <a:rPr lang="en-GB" dirty="0"/>
              <a:t>Experiments</a:t>
            </a:r>
          </a:p>
          <a:p>
            <a:r>
              <a:rPr lang="en-GB" dirty="0"/>
              <a:t>Models</a:t>
            </a:r>
          </a:p>
          <a:p>
            <a:r>
              <a:rPr lang="en-GB" dirty="0"/>
              <a:t>Serving</a:t>
            </a:r>
          </a:p>
          <a:p>
            <a:r>
              <a:rPr lang="en-GB" dirty="0"/>
              <a:t>Jobs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3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C063-CB4C-FE73-F7DF-EA85C8D79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E64DF-664C-EB89-ABE0-35D87294D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2000"/>
            <a:ext cx="3764280" cy="4525200"/>
          </a:xfrm>
        </p:spPr>
        <p:txBody>
          <a:bodyPr/>
          <a:lstStyle/>
          <a:p>
            <a:r>
              <a:rPr lang="en-GB" dirty="0"/>
              <a:t>Once you have logged in with </a:t>
            </a:r>
            <a:r>
              <a:rPr lang="en-GB" dirty="0" err="1"/>
              <a:t>databricks</a:t>
            </a:r>
            <a:r>
              <a:rPr lang="en-GB" dirty="0"/>
              <a:t>, we can explore our workspace. </a:t>
            </a:r>
          </a:p>
          <a:p>
            <a:endParaRPr lang="en-GB" dirty="0"/>
          </a:p>
          <a:p>
            <a:r>
              <a:rPr lang="en-GB" dirty="0"/>
              <a:t>In Home, go to create and select “git folder”.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36621-6FC3-AF5A-5376-496E2493E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159" y="845100"/>
            <a:ext cx="2187130" cy="5105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6CEAC0-B405-9C12-28AD-3719D595F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462" y="1116190"/>
            <a:ext cx="5189670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4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DCB8-15EA-38FE-6702-A3162D85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Material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34091-460D-A8CE-6D5D-9BE8075CE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32" y="2108715"/>
            <a:ext cx="3276884" cy="3292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99BF7E-9511-C81A-8BCB-38A682D71385}"/>
              </a:ext>
            </a:extLst>
          </p:cNvPr>
          <p:cNvSpPr txBox="1"/>
          <p:nvPr/>
        </p:nvSpPr>
        <p:spPr>
          <a:xfrm>
            <a:off x="2786242" y="5400840"/>
            <a:ext cx="6619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hlinkClick r:id="rId3"/>
              </a:rPr>
              <a:t>https://github.com/caisr-hh/handson_mlflow_optuna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2207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D2D1-11EE-761E-31AF-13702033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F1A5-FFF1-327D-4AE9-B55FC22B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5118-1B28-30DE-266F-E046D4E5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2000"/>
            <a:ext cx="3104794" cy="49824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Provide the link and provider for our repository.</a:t>
            </a:r>
          </a:p>
          <a:p>
            <a:pPr marL="0" indent="0">
              <a:buNone/>
            </a:pPr>
            <a:r>
              <a:rPr lang="en-GB" dirty="0"/>
              <a:t>(same as for part 1).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9136DC-E953-7138-F78C-B50337DDC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395" y="1602000"/>
            <a:ext cx="8207451" cy="31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98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DC97F-2555-7982-DFB1-954EC807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 </a:t>
            </a:r>
            <a:r>
              <a:rPr lang="en-GB" dirty="0" err="1"/>
              <a:t>databricks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43457-0E6B-8A59-4B26-1C1663CB1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2000"/>
            <a:ext cx="6979920" cy="450924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Data stored in </a:t>
            </a:r>
            <a:r>
              <a:rPr lang="en-GB" dirty="0" err="1"/>
              <a:t>databricks</a:t>
            </a:r>
            <a:r>
              <a:rPr lang="en-GB" dirty="0"/>
              <a:t> unity catalogue follows the format: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 err="1"/>
              <a:t>Catalogue.schema.table</a:t>
            </a:r>
            <a:endParaRPr lang="en-GB" i="1" dirty="0"/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(This is true as well for other things such as models)</a:t>
            </a:r>
          </a:p>
          <a:p>
            <a:pPr marL="0" indent="0">
              <a:buNone/>
            </a:pPr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If we run the “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setup_catalog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” notebook once, we can then run the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datagen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notebook to  generate the data to the table: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ecml.data.tutorial_data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9490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3BE4-316F-399F-C8E6-3A132AD1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B7FD-7596-B6F6-BCD4-FE8EFF71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 </a:t>
            </a:r>
            <a:r>
              <a:rPr lang="en-GB" dirty="0" err="1"/>
              <a:t>databricks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743CA5-831C-8A01-951D-05AAB6BC5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A209F0-3B12-089E-B9D9-B32ED028D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992"/>
            <a:ext cx="12192000" cy="572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62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6BD67-4227-CEF7-9877-84C57788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1ACF-3D83-8C60-087B-ACEA0CD4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 </a:t>
            </a:r>
            <a:r>
              <a:rPr lang="en-GB" dirty="0" err="1"/>
              <a:t>databricks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C4B5DD-823D-5F93-5D02-0A5432023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066" y="1416600"/>
            <a:ext cx="5471634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36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D509-1E0E-2573-2EF6-6416BEE9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AD964-B06A-51A4-0D49-34478018B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5678905" cy="3828253"/>
          </a:xfrm>
        </p:spPr>
        <p:txBody>
          <a:bodyPr/>
          <a:lstStyle/>
          <a:p>
            <a:r>
              <a:rPr lang="en-GB" dirty="0"/>
              <a:t>Not much changes from the </a:t>
            </a:r>
            <a:r>
              <a:rPr lang="en-GB" dirty="0" err="1"/>
              <a:t>MLflow</a:t>
            </a:r>
            <a:r>
              <a:rPr lang="en-GB" dirty="0"/>
              <a:t> we have used so far, except that </a:t>
            </a:r>
            <a:r>
              <a:rPr lang="en-GB" dirty="0" err="1"/>
              <a:t>databricks</a:t>
            </a:r>
            <a:r>
              <a:rPr lang="en-GB" dirty="0"/>
              <a:t> hosts its own servers, and automatically sets the tracking to direct there by default.</a:t>
            </a:r>
          </a:p>
          <a:p>
            <a:r>
              <a:rPr lang="en-GB" dirty="0"/>
              <a:t>New experiments are created for each notebook that calls </a:t>
            </a:r>
            <a:r>
              <a:rPr lang="en-GB" dirty="0" err="1"/>
              <a:t>MLflow</a:t>
            </a:r>
            <a:r>
              <a:rPr lang="en-GB" dirty="0"/>
              <a:t>, unless we specify our own experiments.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AB873D-DDE4-62E4-4491-F2FA7DA48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626" y="613197"/>
            <a:ext cx="5448772" cy="49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20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F1CA-9A66-097B-C9E7-AEA7E736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and registered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2A41D-1F01-8CDA-782A-C07A938E1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2000"/>
            <a:ext cx="5588000" cy="4077440"/>
          </a:xfrm>
        </p:spPr>
        <p:txBody>
          <a:bodyPr/>
          <a:lstStyle/>
          <a:p>
            <a:r>
              <a:rPr lang="en-GB" dirty="0"/>
              <a:t>Separate model artifacts</a:t>
            </a:r>
          </a:p>
          <a:p>
            <a:r>
              <a:rPr lang="en-GB" dirty="0"/>
              <a:t>Registered models are accessible by name and alias</a:t>
            </a:r>
          </a:p>
          <a:p>
            <a:r>
              <a:rPr lang="en-GB" dirty="0"/>
              <a:t>(note that this can cause “orphaned” runs)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7259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A965-F3B6-6EF1-2D73-046DE441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1F97-2D81-B337-7E26-07DF9FA6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and registered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2249EA-2805-87AA-7BC4-5F1D7D6DB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04" y="1281226"/>
            <a:ext cx="9144792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35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5617-5E3F-8652-2814-BE4EC4F1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9A679-7E50-A3E2-2B09-D1DFBFB05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6176211" cy="4525200"/>
          </a:xfrm>
        </p:spPr>
        <p:txBody>
          <a:bodyPr/>
          <a:lstStyle/>
          <a:p>
            <a:r>
              <a:rPr lang="en-GB" dirty="0"/>
              <a:t>Databricks also allows you to easily serve endpoints.</a:t>
            </a:r>
          </a:p>
          <a:p>
            <a:r>
              <a:rPr lang="en-GB" dirty="0"/>
              <a:t>I recommend testing hosting a serverless endpoint in the free edition to test communicating with the endpoint (first call will have a significantly longer latency).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112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CDEB8-E78A-D243-960C-F75AAFD7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F5C2-7D60-BBD5-220D-B9D7B38B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2D393-63BA-B53E-8B0F-44B87245B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16" y="1497170"/>
            <a:ext cx="9769687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66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537E-7A8C-2692-72E2-45C51BD6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D9B9-5064-59F6-5249-BAD35746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5236F-560E-48B9-355D-CF3483636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563" y="491235"/>
            <a:ext cx="5928874" cy="58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09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4F0C-7A70-34C3-01D8-8C97CD8D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6ED48-CF29-59D0-DAC5-D05ECCE90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Tasks.</a:t>
            </a:r>
          </a:p>
          <a:p>
            <a:r>
              <a:rPr lang="en-GB" dirty="0"/>
              <a:t>Notebook oriented.</a:t>
            </a:r>
          </a:p>
          <a:p>
            <a:r>
              <a:rPr lang="en-GB" dirty="0"/>
              <a:t>Easy to schedule and set up dependencies.</a:t>
            </a:r>
          </a:p>
          <a:p>
            <a:r>
              <a:rPr lang="en-GB" dirty="0"/>
              <a:t>Can communicate variables through </a:t>
            </a:r>
            <a:r>
              <a:rPr lang="en-GB" dirty="0" err="1"/>
              <a:t>dbutils</a:t>
            </a:r>
            <a:r>
              <a:rPr lang="en-GB" dirty="0"/>
              <a:t>.</a:t>
            </a:r>
          </a:p>
          <a:p>
            <a:r>
              <a:rPr lang="en-GB" dirty="0"/>
              <a:t>For example: 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i="1" dirty="0" err="1"/>
              <a:t>dbutils.jobs.taskValues.set</a:t>
            </a:r>
            <a:r>
              <a:rPr lang="en-GB" i="1" dirty="0"/>
              <a:t>("result", result)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91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77AE-F8A6-FA4D-76F1-1B21337C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942ED-8462-A834-2306-B7EF8ED5E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4DFA6-E93F-270F-109A-C41361B5D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192"/>
            <a:ext cx="12192000" cy="646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47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3AAF-AB1B-648D-BFFC-24EFAF88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3A69-A7A9-2425-BA99-E8DAE9B5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Scheduling: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41EFDA-E70D-1791-80A7-12083492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23" y="1540980"/>
            <a:ext cx="9780952" cy="47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27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64FF-BA37-899D-C0D0-98548BD4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5D51-52AA-FE05-F361-05E39B8F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Dependencies: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285284-E492-D91E-4C9A-CAF7371AF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416600"/>
            <a:ext cx="4079132" cy="4710600"/>
          </a:xfrm>
        </p:spPr>
        <p:txBody>
          <a:bodyPr/>
          <a:lstStyle/>
          <a:p>
            <a:r>
              <a:rPr lang="en-GB" dirty="0"/>
              <a:t>Use dependencies to set up conditional flows.</a:t>
            </a:r>
          </a:p>
          <a:p>
            <a:r>
              <a:rPr lang="en-GB" dirty="0"/>
              <a:t>You may use task variables and if/else nodes to serve as dependencies for this purpose.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2AD4E1-EA3E-EF60-E3A1-E8FF786AC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32" y="0"/>
            <a:ext cx="7971211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56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6CFAA-F62B-6381-30DB-EAC495FC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A989-7F2E-6DF0-DA9F-9D49488E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variables and control flows: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F396F6-85D5-9FFD-B3CE-DC248B665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95" y="1062227"/>
            <a:ext cx="9876817" cy="511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62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4D91-C991-78CB-18E1-FDD047B5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automated pipeline: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D2E52B-1E2D-5BFB-2A80-A006745E6003}"/>
              </a:ext>
            </a:extLst>
          </p:cNvPr>
          <p:cNvSpPr/>
          <p:nvPr/>
        </p:nvSpPr>
        <p:spPr>
          <a:xfrm>
            <a:off x="1339516" y="3064042"/>
            <a:ext cx="1331494" cy="619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6D47F-5658-FA8A-DE8E-69919FD5D83B}"/>
              </a:ext>
            </a:extLst>
          </p:cNvPr>
          <p:cNvSpPr/>
          <p:nvPr/>
        </p:nvSpPr>
        <p:spPr>
          <a:xfrm>
            <a:off x="3128211" y="1851300"/>
            <a:ext cx="1331494" cy="6191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Retrainer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5FD45-C53D-FB52-4569-CBD1C62141E9}"/>
              </a:ext>
            </a:extLst>
          </p:cNvPr>
          <p:cNvSpPr/>
          <p:nvPr/>
        </p:nvSpPr>
        <p:spPr>
          <a:xfrm>
            <a:off x="3156286" y="4385952"/>
            <a:ext cx="1331494" cy="6191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HPO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35559F-3E09-2848-2F1F-D80223F696E8}"/>
              </a:ext>
            </a:extLst>
          </p:cNvPr>
          <p:cNvSpPr/>
          <p:nvPr/>
        </p:nvSpPr>
        <p:spPr>
          <a:xfrm>
            <a:off x="5083344" y="1851299"/>
            <a:ext cx="1331494" cy="6191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Promotion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6575B-328F-98DD-21D2-8B039DB9F7A5}"/>
              </a:ext>
            </a:extLst>
          </p:cNvPr>
          <p:cNvSpPr/>
          <p:nvPr/>
        </p:nvSpPr>
        <p:spPr>
          <a:xfrm>
            <a:off x="5083344" y="4385952"/>
            <a:ext cx="1331494" cy="6191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Retrainer</a:t>
            </a:r>
            <a:endParaRPr lang="en-GB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A3D5C43-D1FF-6A89-A5B0-AC6747F2A786}"/>
              </a:ext>
            </a:extLst>
          </p:cNvPr>
          <p:cNvCxnSpPr>
            <a:stCxn id="10" idx="3"/>
            <a:endCxn id="8" idx="1"/>
          </p:cNvCxnSpPr>
          <p:nvPr/>
        </p:nvCxnSpPr>
        <p:spPr>
          <a:xfrm flipH="1">
            <a:off x="3156286" y="2160892"/>
            <a:ext cx="3258552" cy="2534653"/>
          </a:xfrm>
          <a:prstGeom prst="bentConnector5">
            <a:avLst>
              <a:gd name="adj1" fmla="val -7015"/>
              <a:gd name="adj2" fmla="val 50000"/>
              <a:gd name="adj3" fmla="val 1070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16751FB-D7D7-5147-EDDE-2050FF89B5EE}"/>
              </a:ext>
            </a:extLst>
          </p:cNvPr>
          <p:cNvCxnSpPr>
            <a:stCxn id="4" idx="0"/>
            <a:endCxn id="6" idx="1"/>
          </p:cNvCxnSpPr>
          <p:nvPr/>
        </p:nvCxnSpPr>
        <p:spPr>
          <a:xfrm rot="5400000" flipH="1" flipV="1">
            <a:off x="2115163" y="2050994"/>
            <a:ext cx="903149" cy="11229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17C1112-C0F8-E363-CE3D-F9661550A5D9}"/>
              </a:ext>
            </a:extLst>
          </p:cNvPr>
          <p:cNvCxnSpPr>
            <a:stCxn id="4" idx="2"/>
            <a:endCxn id="8" idx="1"/>
          </p:cNvCxnSpPr>
          <p:nvPr/>
        </p:nvCxnSpPr>
        <p:spPr>
          <a:xfrm rot="16200000" flipH="1">
            <a:off x="2074615" y="3613874"/>
            <a:ext cx="1012318" cy="11510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B1D4C6-8B2A-0B1D-07F8-65577500A97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4487780" y="4695545"/>
            <a:ext cx="595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1D675BA-DCFD-66E8-2FD8-E9807B953ECD}"/>
              </a:ext>
            </a:extLst>
          </p:cNvPr>
          <p:cNvSpPr/>
          <p:nvPr/>
        </p:nvSpPr>
        <p:spPr>
          <a:xfrm>
            <a:off x="8341896" y="4385952"/>
            <a:ext cx="1331494" cy="6191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Promotion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03382D-61FD-3C78-5B4A-8843FFEC3FC7}"/>
              </a:ext>
            </a:extLst>
          </p:cNvPr>
          <p:cNvCxnSpPr>
            <a:stCxn id="12" idx="3"/>
            <a:endCxn id="22" idx="1"/>
          </p:cNvCxnSpPr>
          <p:nvPr/>
        </p:nvCxnSpPr>
        <p:spPr>
          <a:xfrm>
            <a:off x="6414838" y="4695545"/>
            <a:ext cx="1927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A299FC-1B42-EB94-B1EB-D623A66969F3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4459705" y="2160892"/>
            <a:ext cx="6236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8C03DE4-555A-9437-65FD-9546BD27DA58}"/>
              </a:ext>
            </a:extLst>
          </p:cNvPr>
          <p:cNvSpPr/>
          <p:nvPr/>
        </p:nvSpPr>
        <p:spPr>
          <a:xfrm>
            <a:off x="8341896" y="1851299"/>
            <a:ext cx="1331494" cy="6191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Deploy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02EAA46-35FE-3B89-8631-D7851051F5B1}"/>
              </a:ext>
            </a:extLst>
          </p:cNvPr>
          <p:cNvCxnSpPr>
            <a:stCxn id="22" idx="0"/>
            <a:endCxn id="32" idx="2"/>
          </p:cNvCxnSpPr>
          <p:nvPr/>
        </p:nvCxnSpPr>
        <p:spPr>
          <a:xfrm flipV="1">
            <a:off x="9007643" y="2470484"/>
            <a:ext cx="0" cy="19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219287-E8DB-3D40-61EA-43251E781898}"/>
              </a:ext>
            </a:extLst>
          </p:cNvPr>
          <p:cNvCxnSpPr>
            <a:stCxn id="10" idx="3"/>
            <a:endCxn id="32" idx="1"/>
          </p:cNvCxnSpPr>
          <p:nvPr/>
        </p:nvCxnSpPr>
        <p:spPr>
          <a:xfrm>
            <a:off x="6414838" y="2160892"/>
            <a:ext cx="1927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6876AF0-94AC-CDDE-1B13-E133386A6DC5}"/>
              </a:ext>
            </a:extLst>
          </p:cNvPr>
          <p:cNvSpPr txBox="1"/>
          <p:nvPr/>
        </p:nvSpPr>
        <p:spPr>
          <a:xfrm>
            <a:off x="6900114" y="1791559"/>
            <a:ext cx="1123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Promoted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07C5BC-B2D2-9C2B-F82F-6567DA751A39}"/>
              </a:ext>
            </a:extLst>
          </p:cNvPr>
          <p:cNvSpPr txBox="1"/>
          <p:nvPr/>
        </p:nvSpPr>
        <p:spPr>
          <a:xfrm>
            <a:off x="3960280" y="3030110"/>
            <a:ext cx="1568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 promoted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57B7A0-B417-8061-738E-C0E03297C078}"/>
              </a:ext>
            </a:extLst>
          </p:cNvPr>
          <p:cNvSpPr txBox="1"/>
          <p:nvPr/>
        </p:nvSpPr>
        <p:spPr>
          <a:xfrm>
            <a:off x="1339516" y="4711302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Study not valid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D7CCAB-D756-7662-50CD-91507ECE8BCF}"/>
              </a:ext>
            </a:extLst>
          </p:cNvPr>
          <p:cNvSpPr txBox="1"/>
          <p:nvPr/>
        </p:nvSpPr>
        <p:spPr>
          <a:xfrm>
            <a:off x="1299702" y="1775804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Model degrading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6B44685D-28C2-D2A0-4819-1D3714AF82CE}"/>
              </a:ext>
            </a:extLst>
          </p:cNvPr>
          <p:cNvSpPr/>
          <p:nvPr/>
        </p:nvSpPr>
        <p:spPr>
          <a:xfrm>
            <a:off x="10411325" y="5183072"/>
            <a:ext cx="1090863" cy="943540"/>
          </a:xfrm>
          <a:prstGeom prst="diamon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BC0ADA0A-3464-0845-BD29-2F732A64DD74}"/>
              </a:ext>
            </a:extLst>
          </p:cNvPr>
          <p:cNvCxnSpPr>
            <a:stCxn id="32" idx="3"/>
            <a:endCxn id="71" idx="0"/>
          </p:cNvCxnSpPr>
          <p:nvPr/>
        </p:nvCxnSpPr>
        <p:spPr>
          <a:xfrm>
            <a:off x="9673390" y="2160892"/>
            <a:ext cx="1283367" cy="30221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44B8E67A-353C-F30A-354F-4A148964ECFD}"/>
              </a:ext>
            </a:extLst>
          </p:cNvPr>
          <p:cNvCxnSpPr>
            <a:stCxn id="4" idx="1"/>
            <a:endCxn id="71" idx="1"/>
          </p:cNvCxnSpPr>
          <p:nvPr/>
        </p:nvCxnSpPr>
        <p:spPr>
          <a:xfrm rot="10800000" flipH="1" flipV="1">
            <a:off x="1339515" y="3373634"/>
            <a:ext cx="9071809" cy="2281207"/>
          </a:xfrm>
          <a:prstGeom prst="bentConnector3">
            <a:avLst>
              <a:gd name="adj1" fmla="val -25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7D1886F-6A61-4B4F-E59A-A26C23404456}"/>
              </a:ext>
            </a:extLst>
          </p:cNvPr>
          <p:cNvSpPr txBox="1"/>
          <p:nvPr/>
        </p:nvSpPr>
        <p:spPr>
          <a:xfrm>
            <a:off x="4529546" y="5706061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Model is valid</a:t>
            </a:r>
          </a:p>
        </p:txBody>
      </p:sp>
    </p:spTree>
    <p:extLst>
      <p:ext uri="{BB962C8B-B14F-4D97-AF65-F5344CB8AC3E}">
        <p14:creationId xmlns:p14="http://schemas.microsoft.com/office/powerpoint/2010/main" val="809955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F22A-3933-A65A-B2D8-58E2D732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00E8-F2F4-B597-27B1-5582CCB1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2029B-37B3-C8CD-22D9-9631C708FC0C}"/>
              </a:ext>
            </a:extLst>
          </p:cNvPr>
          <p:cNvSpPr/>
          <p:nvPr/>
        </p:nvSpPr>
        <p:spPr>
          <a:xfrm>
            <a:off x="898358" y="2847473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/configs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C819F4-2FC7-B9E0-E107-D3FE8B1D12EC}"/>
              </a:ext>
            </a:extLst>
          </p:cNvPr>
          <p:cNvSpPr/>
          <p:nvPr/>
        </p:nvSpPr>
        <p:spPr>
          <a:xfrm>
            <a:off x="898358" y="3561347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7419B-AD78-AA7D-A424-711B1CE69DFE}"/>
              </a:ext>
            </a:extLst>
          </p:cNvPr>
          <p:cNvSpPr/>
          <p:nvPr/>
        </p:nvSpPr>
        <p:spPr>
          <a:xfrm>
            <a:off x="898358" y="4275221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/logs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B285E-79D7-E74A-C5C0-1A355F48813C}"/>
              </a:ext>
            </a:extLst>
          </p:cNvPr>
          <p:cNvSpPr/>
          <p:nvPr/>
        </p:nvSpPr>
        <p:spPr>
          <a:xfrm>
            <a:off x="898358" y="4989095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</a:t>
            </a:r>
            <a:r>
              <a:rPr lang="en-GB" dirty="0" err="1"/>
              <a:t>misc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CFD976-CADB-AF03-E02B-95A09AC476CD}"/>
              </a:ext>
            </a:extLst>
          </p:cNvPr>
          <p:cNvSpPr/>
          <p:nvPr/>
        </p:nvSpPr>
        <p:spPr>
          <a:xfrm>
            <a:off x="898357" y="1552958"/>
            <a:ext cx="2374231" cy="1143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root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D9479B1-DCD4-566C-1A00-E7B4D59B0C2F}"/>
              </a:ext>
            </a:extLst>
          </p:cNvPr>
          <p:cNvSpPr/>
          <p:nvPr/>
        </p:nvSpPr>
        <p:spPr>
          <a:xfrm>
            <a:off x="4416115" y="1471625"/>
            <a:ext cx="1920517" cy="208972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Pipelines.py</a:t>
            </a:r>
          </a:p>
          <a:p>
            <a:pPr algn="ctr"/>
            <a:r>
              <a:rPr lang="en-GB" dirty="0"/>
              <a:t>Evaluator.py</a:t>
            </a:r>
          </a:p>
          <a:p>
            <a:pPr algn="ctr"/>
            <a:r>
              <a:rPr lang="en-GB" dirty="0"/>
              <a:t>HPO.py</a:t>
            </a:r>
          </a:p>
          <a:p>
            <a:pPr algn="ctr"/>
            <a:r>
              <a:rPr lang="en-GB" dirty="0"/>
              <a:t>Retrainer.py</a:t>
            </a:r>
          </a:p>
          <a:p>
            <a:pPr algn="ctr"/>
            <a:r>
              <a:rPr lang="en-GB" dirty="0"/>
              <a:t>Promoter.py</a:t>
            </a:r>
          </a:p>
          <a:p>
            <a:pPr algn="ctr"/>
            <a:r>
              <a:rPr lang="en-GB" dirty="0"/>
              <a:t>Deploy.py</a:t>
            </a:r>
          </a:p>
          <a:p>
            <a:pPr algn="ctr"/>
            <a:r>
              <a:rPr lang="en-GB" dirty="0"/>
              <a:t>Datagen.py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004542B-A70C-7BB2-0A89-DBA609B04383}"/>
              </a:ext>
            </a:extLst>
          </p:cNvPr>
          <p:cNvSpPr/>
          <p:nvPr/>
        </p:nvSpPr>
        <p:spPr>
          <a:xfrm rot="10800000">
            <a:off x="3437545" y="1844841"/>
            <a:ext cx="813613" cy="63366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E8593-94AC-1571-76E2-2F88AB2773F8}"/>
              </a:ext>
            </a:extLst>
          </p:cNvPr>
          <p:cNvSpPr txBox="1"/>
          <p:nvPr/>
        </p:nvSpPr>
        <p:spPr>
          <a:xfrm>
            <a:off x="6729663" y="1552957"/>
            <a:ext cx="45639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main pipeline components are kept in the project root.</a:t>
            </a:r>
          </a:p>
          <a:p>
            <a:endParaRPr lang="en-GB" dirty="0"/>
          </a:p>
          <a:p>
            <a:r>
              <a:rPr lang="en-GB" dirty="0"/>
              <a:t>There is also a notebook for regenerating the data, datagen.py.</a:t>
            </a:r>
          </a:p>
        </p:txBody>
      </p:sp>
    </p:spTree>
    <p:extLst>
      <p:ext uri="{BB962C8B-B14F-4D97-AF65-F5344CB8AC3E}">
        <p14:creationId xmlns:p14="http://schemas.microsoft.com/office/powerpoint/2010/main" val="480676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F9EE-FBA0-05F7-4121-8E943E41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81F7C-E453-BD7D-7076-9B44AF17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662A8A-99E1-CCC9-7A45-CA1BF917F3D8}"/>
              </a:ext>
            </a:extLst>
          </p:cNvPr>
          <p:cNvSpPr/>
          <p:nvPr/>
        </p:nvSpPr>
        <p:spPr>
          <a:xfrm>
            <a:off x="898358" y="2847473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/configs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D6FF90-EC56-5C59-B3D9-D6BCF29D8D97}"/>
              </a:ext>
            </a:extLst>
          </p:cNvPr>
          <p:cNvSpPr/>
          <p:nvPr/>
        </p:nvSpPr>
        <p:spPr>
          <a:xfrm>
            <a:off x="898358" y="3561347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DE1486-6B5B-2744-E682-870CDFF0B298}"/>
              </a:ext>
            </a:extLst>
          </p:cNvPr>
          <p:cNvSpPr/>
          <p:nvPr/>
        </p:nvSpPr>
        <p:spPr>
          <a:xfrm>
            <a:off x="898358" y="4275221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/logs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61F949-73CD-E8ED-76F6-6477E93567B0}"/>
              </a:ext>
            </a:extLst>
          </p:cNvPr>
          <p:cNvSpPr/>
          <p:nvPr/>
        </p:nvSpPr>
        <p:spPr>
          <a:xfrm>
            <a:off x="898358" y="4989095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</a:t>
            </a:r>
            <a:r>
              <a:rPr lang="en-GB" dirty="0" err="1"/>
              <a:t>misc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1685FD-033C-4F86-5A7E-E573151A0E16}"/>
              </a:ext>
            </a:extLst>
          </p:cNvPr>
          <p:cNvSpPr/>
          <p:nvPr/>
        </p:nvSpPr>
        <p:spPr>
          <a:xfrm>
            <a:off x="898357" y="1552958"/>
            <a:ext cx="2374231" cy="1143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root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37FED6-3EB1-F621-EDD5-0F439916F0C6}"/>
              </a:ext>
            </a:extLst>
          </p:cNvPr>
          <p:cNvSpPr/>
          <p:nvPr/>
        </p:nvSpPr>
        <p:spPr>
          <a:xfrm>
            <a:off x="4416115" y="2342147"/>
            <a:ext cx="2313548" cy="179671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Pipeline_config.py</a:t>
            </a:r>
          </a:p>
          <a:p>
            <a:pPr algn="ctr"/>
            <a:r>
              <a:rPr lang="en-GB" dirty="0"/>
              <a:t>Datagen_config.py</a:t>
            </a:r>
          </a:p>
          <a:p>
            <a:pPr algn="ctr"/>
            <a:r>
              <a:rPr lang="en-GB" dirty="0" err="1"/>
              <a:t>Pipeline_config.yaml</a:t>
            </a:r>
            <a:endParaRPr lang="en-GB" dirty="0"/>
          </a:p>
          <a:p>
            <a:pPr algn="ctr"/>
            <a:r>
              <a:rPr lang="en-GB" dirty="0" err="1"/>
              <a:t>Datagen_config.yaml</a:t>
            </a:r>
            <a:endParaRPr lang="en-GB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BA24364-5C02-70C8-1B80-557131EAF929}"/>
              </a:ext>
            </a:extLst>
          </p:cNvPr>
          <p:cNvSpPr/>
          <p:nvPr/>
        </p:nvSpPr>
        <p:spPr>
          <a:xfrm rot="10800000">
            <a:off x="3437545" y="2886016"/>
            <a:ext cx="813613" cy="63366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C03C4-2F91-9281-A193-AD0DA3A9A9E8}"/>
              </a:ext>
            </a:extLst>
          </p:cNvPr>
          <p:cNvSpPr txBox="1"/>
          <p:nvPr/>
        </p:nvSpPr>
        <p:spPr>
          <a:xfrm>
            <a:off x="6729663" y="1552957"/>
            <a:ext cx="4563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pipeline config defines the entire pipeline apart from the data generation.</a:t>
            </a:r>
          </a:p>
        </p:txBody>
      </p:sp>
    </p:spTree>
    <p:extLst>
      <p:ext uri="{BB962C8B-B14F-4D97-AF65-F5344CB8AC3E}">
        <p14:creationId xmlns:p14="http://schemas.microsoft.com/office/powerpoint/2010/main" val="3036180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93CBB-8B70-6198-1209-048E01C5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F1FE-BA57-A5AA-FD27-A89EEAA4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E7C1C-87EE-194D-42FF-F2A00B5C0CEF}"/>
              </a:ext>
            </a:extLst>
          </p:cNvPr>
          <p:cNvSpPr/>
          <p:nvPr/>
        </p:nvSpPr>
        <p:spPr>
          <a:xfrm>
            <a:off x="898358" y="2847473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/configs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A0537F-054B-4C87-7561-1DB35BF638EA}"/>
              </a:ext>
            </a:extLst>
          </p:cNvPr>
          <p:cNvSpPr/>
          <p:nvPr/>
        </p:nvSpPr>
        <p:spPr>
          <a:xfrm>
            <a:off x="898358" y="3561347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17F1-1329-75F2-5021-50EE312CAEE7}"/>
              </a:ext>
            </a:extLst>
          </p:cNvPr>
          <p:cNvSpPr/>
          <p:nvPr/>
        </p:nvSpPr>
        <p:spPr>
          <a:xfrm>
            <a:off x="898358" y="4275221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/logs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8A438-87E1-B40D-0302-EE9B7043A3F1}"/>
              </a:ext>
            </a:extLst>
          </p:cNvPr>
          <p:cNvSpPr/>
          <p:nvPr/>
        </p:nvSpPr>
        <p:spPr>
          <a:xfrm>
            <a:off x="898358" y="4989095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</a:t>
            </a:r>
            <a:r>
              <a:rPr lang="en-GB" dirty="0" err="1"/>
              <a:t>misc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DA9D2F-C31C-008E-6029-720430F33738}"/>
              </a:ext>
            </a:extLst>
          </p:cNvPr>
          <p:cNvSpPr/>
          <p:nvPr/>
        </p:nvSpPr>
        <p:spPr>
          <a:xfrm>
            <a:off x="898357" y="1552958"/>
            <a:ext cx="2374231" cy="1143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root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A4735A-2074-A3A8-ABB4-9088C0162F0B}"/>
              </a:ext>
            </a:extLst>
          </p:cNvPr>
          <p:cNvSpPr/>
          <p:nvPr/>
        </p:nvSpPr>
        <p:spPr>
          <a:xfrm>
            <a:off x="4416115" y="3424989"/>
            <a:ext cx="2313548" cy="9384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Data.py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37D4023-B698-F72D-34E4-FF8FC90E375D}"/>
              </a:ext>
            </a:extLst>
          </p:cNvPr>
          <p:cNvSpPr/>
          <p:nvPr/>
        </p:nvSpPr>
        <p:spPr>
          <a:xfrm rot="10800000">
            <a:off x="3437545" y="3505200"/>
            <a:ext cx="813613" cy="63366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90C0E-5C7D-8FDD-E5AB-CAC1917BB466}"/>
              </a:ext>
            </a:extLst>
          </p:cNvPr>
          <p:cNvSpPr txBox="1"/>
          <p:nvPr/>
        </p:nvSpPr>
        <p:spPr>
          <a:xfrm>
            <a:off x="6729663" y="1552957"/>
            <a:ext cx="4563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data module contains functions put and get data from the table through spark.</a:t>
            </a:r>
          </a:p>
          <a:p>
            <a:endParaRPr lang="en-GB" dirty="0"/>
          </a:p>
          <a:p>
            <a:r>
              <a:rPr lang="en-GB" dirty="0"/>
              <a:t>It does what it says on the tin.</a:t>
            </a:r>
          </a:p>
        </p:txBody>
      </p:sp>
    </p:spTree>
    <p:extLst>
      <p:ext uri="{BB962C8B-B14F-4D97-AF65-F5344CB8AC3E}">
        <p14:creationId xmlns:p14="http://schemas.microsoft.com/office/powerpoint/2010/main" val="1531601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571D-F0EA-C263-643D-8115A8EC5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5E12-CB97-D528-D571-D224900C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634610-5252-4416-47DC-779BA265BEDF}"/>
              </a:ext>
            </a:extLst>
          </p:cNvPr>
          <p:cNvSpPr/>
          <p:nvPr/>
        </p:nvSpPr>
        <p:spPr>
          <a:xfrm>
            <a:off x="898358" y="2847473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/configs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E4E7E-2D09-D742-46B0-1BF5675B22A0}"/>
              </a:ext>
            </a:extLst>
          </p:cNvPr>
          <p:cNvSpPr/>
          <p:nvPr/>
        </p:nvSpPr>
        <p:spPr>
          <a:xfrm>
            <a:off x="898358" y="3561347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DA00BD-1724-59A2-08B2-5719AE266252}"/>
              </a:ext>
            </a:extLst>
          </p:cNvPr>
          <p:cNvSpPr/>
          <p:nvPr/>
        </p:nvSpPr>
        <p:spPr>
          <a:xfrm>
            <a:off x="898358" y="4275221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/logs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4A198B-00AE-1105-CD49-839B60AEBADA}"/>
              </a:ext>
            </a:extLst>
          </p:cNvPr>
          <p:cNvSpPr/>
          <p:nvPr/>
        </p:nvSpPr>
        <p:spPr>
          <a:xfrm>
            <a:off x="898358" y="4989095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</a:t>
            </a:r>
            <a:r>
              <a:rPr lang="en-GB" dirty="0" err="1"/>
              <a:t>misc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C13DBB-A779-5101-93BF-ABA177CF123E}"/>
              </a:ext>
            </a:extLst>
          </p:cNvPr>
          <p:cNvSpPr/>
          <p:nvPr/>
        </p:nvSpPr>
        <p:spPr>
          <a:xfrm>
            <a:off x="898357" y="1552958"/>
            <a:ext cx="2374231" cy="1143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root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9075FC-6670-B4BF-CD4B-8B1D9F9B05D3}"/>
              </a:ext>
            </a:extLst>
          </p:cNvPr>
          <p:cNvSpPr/>
          <p:nvPr/>
        </p:nvSpPr>
        <p:spPr>
          <a:xfrm>
            <a:off x="4416115" y="4050633"/>
            <a:ext cx="2313548" cy="108284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logger.py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6403148-14AE-9B3F-F3DF-B3DE66D8BE88}"/>
              </a:ext>
            </a:extLst>
          </p:cNvPr>
          <p:cNvSpPr/>
          <p:nvPr/>
        </p:nvSpPr>
        <p:spPr>
          <a:xfrm rot="10800000">
            <a:off x="3437545" y="4275221"/>
            <a:ext cx="813613" cy="63366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0FFB-8C04-A4A6-A19A-3232359E761D}"/>
              </a:ext>
            </a:extLst>
          </p:cNvPr>
          <p:cNvSpPr txBox="1"/>
          <p:nvPr/>
        </p:nvSpPr>
        <p:spPr>
          <a:xfrm>
            <a:off x="6729663" y="1552957"/>
            <a:ext cx="4563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Contains the base logger class handling generic output from the pipeline such as reacting to epoch loss, saving the model and handling user specified messages at various verbosity levels.</a:t>
            </a:r>
          </a:p>
        </p:txBody>
      </p:sp>
    </p:spTree>
    <p:extLst>
      <p:ext uri="{BB962C8B-B14F-4D97-AF65-F5344CB8AC3E}">
        <p14:creationId xmlns:p14="http://schemas.microsoft.com/office/powerpoint/2010/main" val="363184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68465-7207-F3BB-AAF0-79DD1111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CA902-1358-06E1-657C-17DBBAAC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64BB87-5654-86D3-F2FC-8AABB765E601}"/>
              </a:ext>
            </a:extLst>
          </p:cNvPr>
          <p:cNvSpPr/>
          <p:nvPr/>
        </p:nvSpPr>
        <p:spPr>
          <a:xfrm>
            <a:off x="898358" y="2847473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/configs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1F07E-A7E3-1CAA-FAAF-DFD58DD922B3}"/>
              </a:ext>
            </a:extLst>
          </p:cNvPr>
          <p:cNvSpPr/>
          <p:nvPr/>
        </p:nvSpPr>
        <p:spPr>
          <a:xfrm>
            <a:off x="898358" y="3561347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C61F9-F409-5291-1582-FBEC11B1EF7D}"/>
              </a:ext>
            </a:extLst>
          </p:cNvPr>
          <p:cNvSpPr/>
          <p:nvPr/>
        </p:nvSpPr>
        <p:spPr>
          <a:xfrm>
            <a:off x="898358" y="4275221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/logs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3C6808-0618-595B-4178-D7FB2DAA7529}"/>
              </a:ext>
            </a:extLst>
          </p:cNvPr>
          <p:cNvSpPr/>
          <p:nvPr/>
        </p:nvSpPr>
        <p:spPr>
          <a:xfrm>
            <a:off x="898358" y="4989095"/>
            <a:ext cx="2374231" cy="577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/</a:t>
            </a:r>
            <a:r>
              <a:rPr lang="en-GB" dirty="0" err="1"/>
              <a:t>misc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2CC94-04EA-125C-E4CC-8F49B1CE083C}"/>
              </a:ext>
            </a:extLst>
          </p:cNvPr>
          <p:cNvSpPr/>
          <p:nvPr/>
        </p:nvSpPr>
        <p:spPr>
          <a:xfrm>
            <a:off x="898357" y="1552958"/>
            <a:ext cx="2374231" cy="1143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root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37201B-01F9-3E60-D465-17319D539889}"/>
              </a:ext>
            </a:extLst>
          </p:cNvPr>
          <p:cNvSpPr/>
          <p:nvPr/>
        </p:nvSpPr>
        <p:spPr>
          <a:xfrm>
            <a:off x="4416115" y="4736432"/>
            <a:ext cx="2313548" cy="108284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Utilities of various kinds.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98CD096-F1F4-32E9-3645-7AC185F18281}"/>
              </a:ext>
            </a:extLst>
          </p:cNvPr>
          <p:cNvSpPr/>
          <p:nvPr/>
        </p:nvSpPr>
        <p:spPr>
          <a:xfrm rot="10800000">
            <a:off x="3437545" y="4932948"/>
            <a:ext cx="813613" cy="63366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6E37E-2C95-20B0-A726-4BA66EDABF8D}"/>
              </a:ext>
            </a:extLst>
          </p:cNvPr>
          <p:cNvSpPr txBox="1"/>
          <p:nvPr/>
        </p:nvSpPr>
        <p:spPr>
          <a:xfrm>
            <a:off x="6729663" y="1552957"/>
            <a:ext cx="4563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 feel like I am forgetting something…</a:t>
            </a:r>
          </a:p>
        </p:txBody>
      </p:sp>
    </p:spTree>
    <p:extLst>
      <p:ext uri="{BB962C8B-B14F-4D97-AF65-F5344CB8AC3E}">
        <p14:creationId xmlns:p14="http://schemas.microsoft.com/office/powerpoint/2010/main" val="3975371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5FEA-473E-D05F-48FF-AFEDFBD3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6EE94-7E3F-2F07-D62F-06C8E7E9A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Check the state of our current model</a:t>
            </a:r>
          </a:p>
          <a:p>
            <a:r>
              <a:rPr lang="en-GB" dirty="0"/>
              <a:t>Direct the pipeline to set up studies and reruns</a:t>
            </a:r>
          </a:p>
          <a:p>
            <a:r>
              <a:rPr lang="en-GB" dirty="0"/>
              <a:t>Sets a task variable based on the current state, directing the flow of the pipeline (1,2,3)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Key lines :</a:t>
            </a:r>
          </a:p>
          <a:p>
            <a:pPr marL="0" indent="0">
              <a:buNone/>
            </a:pP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model = 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mlflow.pytorch.load_model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model_uri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=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f"models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:/{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self.config.logger.model_name_uc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}@{"champion"}")</a:t>
            </a:r>
          </a:p>
          <a:p>
            <a:pPr marL="0" indent="0">
              <a:buNone/>
            </a:pP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client = 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MlflowClient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()</a:t>
            </a:r>
          </a:p>
          <a:p>
            <a:pPr marL="0" indent="0">
              <a:buNone/>
            </a:pP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info = 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client.get_model_version_by_alias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self.config.logger.model_name_uc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, "champion")</a:t>
            </a:r>
          </a:p>
          <a:p>
            <a:pPr marL="0" indent="0">
              <a:buNone/>
            </a:pP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run = 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client.get_run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info.run_id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</a:p>
          <a:p>
            <a:pPr marL="0" indent="0">
              <a:buNone/>
            </a:pP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old_metrics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Menlo"/>
              </a:rPr>
              <a:t> = 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Menlo"/>
              </a:rPr>
              <a:t>run.data.metrics</a:t>
            </a:r>
            <a:endParaRPr lang="en-GB" sz="1800" b="0" i="0" dirty="0">
              <a:solidFill>
                <a:srgbClr val="333333"/>
              </a:solidFill>
              <a:effectLst/>
              <a:latin typeface="Menlo"/>
            </a:endParaRPr>
          </a:p>
          <a:p>
            <a:endParaRPr lang="en-GB" sz="1800" b="0" i="0" dirty="0">
              <a:solidFill>
                <a:srgbClr val="333333"/>
              </a:solidFill>
              <a:effectLst/>
              <a:latin typeface="Menlo"/>
            </a:endParaRPr>
          </a:p>
          <a:p>
            <a:endParaRPr lang="en-GB" sz="1800" i="1" dirty="0"/>
          </a:p>
          <a:p>
            <a:endParaRPr lang="en-GB" sz="1800" i="1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3778F-7E29-56F4-B755-6C501D531BC6}"/>
              </a:ext>
            </a:extLst>
          </p:cNvPr>
          <p:cNvSpPr/>
          <p:nvPr/>
        </p:nvSpPr>
        <p:spPr>
          <a:xfrm>
            <a:off x="2622884" y="535507"/>
            <a:ext cx="1331494" cy="619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Evaluator</a:t>
            </a:r>
          </a:p>
        </p:txBody>
      </p:sp>
    </p:spTree>
    <p:extLst>
      <p:ext uri="{BB962C8B-B14F-4D97-AF65-F5344CB8AC3E}">
        <p14:creationId xmlns:p14="http://schemas.microsoft.com/office/powerpoint/2010/main" val="1878905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2B2F-65E2-2371-2D97-BFD2B2B2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74903-FFE7-0E72-ACDC-982A50386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We will use the </a:t>
            </a:r>
            <a:r>
              <a:rPr lang="en-GB" dirty="0" err="1"/>
              <a:t>mlflow</a:t>
            </a:r>
            <a:r>
              <a:rPr lang="en-GB" dirty="0"/>
              <a:t> integration with </a:t>
            </a:r>
            <a:r>
              <a:rPr lang="en-GB" dirty="0" err="1"/>
              <a:t>optuna</a:t>
            </a:r>
            <a:r>
              <a:rPr lang="en-GB" dirty="0"/>
              <a:t> to automatically log trials to a separate experiment.</a:t>
            </a:r>
          </a:p>
          <a:p>
            <a:r>
              <a:rPr lang="en-GB" dirty="0"/>
              <a:t>HPO will only be rerun if retraining current pipelines does not yield an upgrade over the current result.</a:t>
            </a:r>
          </a:p>
          <a:p>
            <a:endParaRPr lang="en-GB" dirty="0"/>
          </a:p>
          <a:p>
            <a:r>
              <a:rPr lang="en-GB" dirty="0"/>
              <a:t>Key lines :</a:t>
            </a:r>
          </a:p>
          <a:p>
            <a:pPr marL="0" indent="0">
              <a:buNone/>
            </a:pPr>
            <a:r>
              <a:rPr lang="en-GB" sz="1800" dirty="0"/>
              <a:t>storage = </a:t>
            </a:r>
            <a:r>
              <a:rPr lang="en-GB" sz="1800" dirty="0" err="1"/>
              <a:t>MlflowStorage</a:t>
            </a:r>
            <a:r>
              <a:rPr lang="en-GB" sz="1800" dirty="0"/>
              <a:t>(</a:t>
            </a:r>
            <a:r>
              <a:rPr lang="en-GB" sz="1800" dirty="0" err="1"/>
              <a:t>experiment_id</a:t>
            </a:r>
            <a:r>
              <a:rPr lang="en-GB" sz="1800" dirty="0"/>
              <a:t> = </a:t>
            </a:r>
            <a:r>
              <a:rPr lang="en-GB" sz="1800" dirty="0" err="1"/>
              <a:t>mlflow.get_experiment_by_name</a:t>
            </a:r>
            <a:r>
              <a:rPr lang="en-GB" sz="1800" dirty="0"/>
              <a:t>(</a:t>
            </a:r>
            <a:r>
              <a:rPr lang="en-GB" sz="1800" dirty="0" err="1"/>
              <a:t>self.config.logger.experiment_hpo</a:t>
            </a:r>
            <a:r>
              <a:rPr lang="en-GB" sz="1800" dirty="0"/>
              <a:t>).</a:t>
            </a:r>
            <a:r>
              <a:rPr lang="en-GB" sz="1800" dirty="0" err="1"/>
              <a:t>experiment_id</a:t>
            </a:r>
            <a:r>
              <a:rPr lang="en-GB" sz="1800" dirty="0"/>
              <a:t>)</a:t>
            </a:r>
          </a:p>
          <a:p>
            <a:pPr marL="0" indent="0">
              <a:buNone/>
            </a:pPr>
            <a:r>
              <a:rPr lang="en-GB" sz="1800" dirty="0"/>
              <a:t>study = </a:t>
            </a:r>
            <a:r>
              <a:rPr lang="en-GB" sz="1800" dirty="0" err="1"/>
              <a:t>optuna.create_study</a:t>
            </a:r>
            <a:r>
              <a:rPr lang="en-GB" sz="1800" dirty="0"/>
              <a:t>(</a:t>
            </a:r>
            <a:r>
              <a:rPr lang="en-GB" sz="1800" dirty="0" err="1"/>
              <a:t>study_name</a:t>
            </a:r>
            <a:r>
              <a:rPr lang="en-GB" sz="1800" dirty="0"/>
              <a:t> = </a:t>
            </a:r>
            <a:r>
              <a:rPr lang="en-GB" sz="1800" dirty="0" err="1"/>
              <a:t>self.config.logger.study_name</a:t>
            </a:r>
            <a:r>
              <a:rPr lang="en-GB" sz="1800" dirty="0"/>
              <a:t> , direction="minimize", storage = storage)</a:t>
            </a:r>
          </a:p>
          <a:p>
            <a:endParaRPr lang="en-GB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6B63A5-9215-1E18-8D34-C358BB49E1D3}"/>
              </a:ext>
            </a:extLst>
          </p:cNvPr>
          <p:cNvSpPr/>
          <p:nvPr/>
        </p:nvSpPr>
        <p:spPr>
          <a:xfrm>
            <a:off x="1776665" y="535507"/>
            <a:ext cx="1331494" cy="6191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HPO</a:t>
            </a:r>
          </a:p>
        </p:txBody>
      </p:sp>
    </p:spTree>
    <p:extLst>
      <p:ext uri="{BB962C8B-B14F-4D97-AF65-F5344CB8AC3E}">
        <p14:creationId xmlns:p14="http://schemas.microsoft.com/office/powerpoint/2010/main" val="1183440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833D-96C3-D61D-23C5-A71D434C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Retrainer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1B652-F454-EE03-F3E9-7E7D9855D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Mlflow</a:t>
            </a:r>
            <a:r>
              <a:rPr lang="en-GB" dirty="0"/>
              <a:t> logged runs in dedicated experiment for retraining the pipeline</a:t>
            </a:r>
          </a:p>
          <a:p>
            <a:r>
              <a:rPr lang="en-GB" dirty="0"/>
              <a:t>Pulls the best parameters from the HPO study, retrains the model and registers it under the “contender” alias.</a:t>
            </a:r>
          </a:p>
          <a:p>
            <a:endParaRPr lang="en-GB" dirty="0"/>
          </a:p>
          <a:p>
            <a:r>
              <a:rPr lang="en-GB" dirty="0"/>
              <a:t>Key Lines: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mlflow.get_experiment_by_name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self.config.logger.experiment_hpo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).</a:t>
            </a: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experiment_id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 &lt;- We can get the </a:t>
            </a: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optuna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 study as an experiment.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self.study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optuna.load_study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study_name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self.config.logger.study_name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, storage = </a:t>
            </a: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MlflowStorage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GB" sz="1800" dirty="0" err="1">
                <a:solidFill>
                  <a:schemeClr val="accent6">
                    <a:lumMod val="75000"/>
                  </a:schemeClr>
                </a:solidFill>
              </a:rPr>
              <a:t>exp_id</a:t>
            </a:r>
            <a:r>
              <a:rPr lang="en-GB" sz="1800" dirty="0">
                <a:solidFill>
                  <a:schemeClr val="accent6">
                    <a:lumMod val="75000"/>
                  </a:schemeClr>
                </a:solidFill>
              </a:rPr>
              <a:t>))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trial = </a:t>
            </a:r>
            <a:r>
              <a:rPr lang="en-GB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self.study.best_trial</a:t>
            </a:r>
            <a:endParaRPr lang="en-GB" sz="1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self.config.model.n_width</a:t>
            </a:r>
            <a:r>
              <a:rPr lang="en-GB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</a:t>
            </a:r>
            <a:r>
              <a:rPr lang="en-GB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trial.params</a:t>
            </a:r>
            <a:r>
              <a:rPr lang="en-GB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["</a:t>
            </a:r>
            <a:r>
              <a:rPr lang="en-GB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n_width</a:t>
            </a:r>
            <a:r>
              <a:rPr lang="en-GB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"]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self.config.model.n_depth</a:t>
            </a:r>
            <a:r>
              <a:rPr lang="en-GB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</a:t>
            </a:r>
            <a:r>
              <a:rPr lang="en-GB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trial.params</a:t>
            </a:r>
            <a:r>
              <a:rPr lang="en-GB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["</a:t>
            </a:r>
            <a:r>
              <a:rPr lang="en-GB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n_depth</a:t>
            </a:r>
            <a:r>
              <a:rPr lang="en-GB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"]</a:t>
            </a:r>
          </a:p>
          <a:p>
            <a:endParaRPr lang="en-GB" sz="1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CD27AF-BE43-E1A5-F912-E7E1F30084D2}"/>
              </a:ext>
            </a:extLst>
          </p:cNvPr>
          <p:cNvSpPr/>
          <p:nvPr/>
        </p:nvSpPr>
        <p:spPr>
          <a:xfrm>
            <a:off x="2556712" y="580523"/>
            <a:ext cx="1331494" cy="6191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Retrainer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3930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1598F-E39C-EBDB-37AB-E1809AD0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7225-F46B-E431-0288-A742FD06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Retrainer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A8AB-1759-3C65-1111-33A7BD2FD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2000"/>
            <a:ext cx="11494168" cy="4461916"/>
          </a:xfrm>
        </p:spPr>
        <p:txBody>
          <a:bodyPr>
            <a:normAutofit fontScale="92500"/>
          </a:bodyPr>
          <a:lstStyle/>
          <a:p>
            <a:r>
              <a:rPr lang="en-GB" dirty="0" err="1"/>
              <a:t>Mlflow</a:t>
            </a:r>
            <a:r>
              <a:rPr lang="en-GB" dirty="0"/>
              <a:t> logged runs in dedicated experiment for retraining the pipeline</a:t>
            </a:r>
          </a:p>
          <a:p>
            <a:r>
              <a:rPr lang="en-GB" dirty="0"/>
              <a:t>Pulls the best parameters from the HPO study, retrains the model and registers it under the “contender” alias.</a:t>
            </a:r>
          </a:p>
          <a:p>
            <a:endParaRPr lang="en-GB" dirty="0"/>
          </a:p>
          <a:p>
            <a:r>
              <a:rPr lang="en-GB" dirty="0"/>
              <a:t>Key Lines (logger):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input_example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 = 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get_data_db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dataconfig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).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test_loader.dataset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[0:10][0]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with 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torch.no_grad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():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    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output_example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 = model(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input_example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signature = 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infer_signature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input_example.numpy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(), </a:t>
            </a:r>
            <a:r>
              <a:rPr lang="en-GB" sz="1800" dirty="0" err="1">
                <a:solidFill>
                  <a:schemeClr val="accent5">
                    <a:lumMod val="75000"/>
                  </a:schemeClr>
                </a:solidFill>
              </a:rPr>
              <a:t>output_example.numpy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())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info = </a:t>
            </a:r>
            <a:r>
              <a:rPr lang="en-GB" sz="1900" dirty="0" err="1">
                <a:solidFill>
                  <a:schemeClr val="accent5">
                    <a:lumMod val="75000"/>
                  </a:schemeClr>
                </a:solidFill>
              </a:rPr>
              <a:t>mlflow.pytorch.log_model</a:t>
            </a: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GB" sz="1900" dirty="0" err="1">
                <a:solidFill>
                  <a:schemeClr val="accent5">
                    <a:lumMod val="75000"/>
                  </a:schemeClr>
                </a:solidFill>
              </a:rPr>
              <a:t>model,registered_model_name</a:t>
            </a: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en-GB" sz="1900" dirty="0" err="1">
                <a:solidFill>
                  <a:schemeClr val="accent5">
                    <a:lumMod val="75000"/>
                  </a:schemeClr>
                </a:solidFill>
              </a:rPr>
              <a:t>model_name,input_example</a:t>
            </a: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en-GB" sz="1900" dirty="0" err="1">
                <a:solidFill>
                  <a:schemeClr val="accent5">
                    <a:lumMod val="75000"/>
                  </a:schemeClr>
                </a:solidFill>
              </a:rPr>
              <a:t>input_example.numpy</a:t>
            </a: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())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client = </a:t>
            </a:r>
            <a:r>
              <a:rPr lang="en-GB" sz="1900" dirty="0" err="1">
                <a:solidFill>
                  <a:schemeClr val="accent5">
                    <a:lumMod val="75000"/>
                  </a:schemeClr>
                </a:solidFill>
              </a:rPr>
              <a:t>MlflowClient</a:t>
            </a: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en-GB" sz="1900" dirty="0" err="1">
                <a:solidFill>
                  <a:schemeClr val="accent5">
                    <a:lumMod val="75000"/>
                  </a:schemeClr>
                </a:solidFill>
              </a:rPr>
              <a:t>client.set_registered_model_alias</a:t>
            </a: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(name=</a:t>
            </a:r>
            <a:r>
              <a:rPr lang="en-GB" sz="1900" dirty="0" err="1">
                <a:solidFill>
                  <a:schemeClr val="accent5">
                    <a:lumMod val="75000"/>
                  </a:schemeClr>
                </a:solidFill>
              </a:rPr>
              <a:t>model_name</a:t>
            </a: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, alias="contender", version=int(</a:t>
            </a:r>
            <a:r>
              <a:rPr lang="en-GB" sz="1900" dirty="0" err="1">
                <a:solidFill>
                  <a:schemeClr val="accent5">
                    <a:lumMod val="75000"/>
                  </a:schemeClr>
                </a:solidFill>
              </a:rPr>
              <a:t>info.registered_model_version</a:t>
            </a:r>
            <a:r>
              <a:rPr lang="en-GB" sz="1900" dirty="0">
                <a:solidFill>
                  <a:schemeClr val="accent5">
                    <a:lumMod val="75000"/>
                  </a:schemeClr>
                </a:solidFill>
              </a:rPr>
              <a:t>))</a:t>
            </a:r>
            <a:r>
              <a:rPr lang="en-GB" dirty="0"/>
              <a:t>  </a:t>
            </a:r>
          </a:p>
          <a:p>
            <a:endParaRPr lang="en-GB" sz="18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GB" sz="1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FDE54E-DD30-D34C-B3CB-E42BD8A8D10A}"/>
              </a:ext>
            </a:extLst>
          </p:cNvPr>
          <p:cNvSpPr/>
          <p:nvPr/>
        </p:nvSpPr>
        <p:spPr>
          <a:xfrm>
            <a:off x="2556712" y="580523"/>
            <a:ext cx="1331494" cy="6191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Retrainer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23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DCDF2-0ADC-879C-4ACF-902376D0A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Promoter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10D5F-B5F2-4D71-7F27-539471C02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promoter simply pulls the models from the champion and contender and verifies their performance on the new data.</a:t>
            </a:r>
          </a:p>
          <a:p>
            <a:r>
              <a:rPr lang="en-GB" dirty="0"/>
              <a:t>If the new model beats the old, we set the result for that notebook to true and update the champion tag.</a:t>
            </a:r>
          </a:p>
          <a:p>
            <a:endParaRPr lang="en-GB" dirty="0"/>
          </a:p>
          <a:p>
            <a:r>
              <a:rPr lang="en-GB" dirty="0"/>
              <a:t>Similar thinking to the evaluator.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F32738-0113-5CF5-814D-BE8F9ED18C5C}"/>
              </a:ext>
            </a:extLst>
          </p:cNvPr>
          <p:cNvSpPr/>
          <p:nvPr/>
        </p:nvSpPr>
        <p:spPr>
          <a:xfrm>
            <a:off x="2556713" y="535507"/>
            <a:ext cx="1331494" cy="6191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Promotion</a:t>
            </a:r>
          </a:p>
        </p:txBody>
      </p:sp>
    </p:spTree>
    <p:extLst>
      <p:ext uri="{BB962C8B-B14F-4D97-AF65-F5344CB8AC3E}">
        <p14:creationId xmlns:p14="http://schemas.microsoft.com/office/powerpoint/2010/main" val="307953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0384-6A49-E053-A053-826175E3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Deploy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E8920-606A-E46D-F939-93CDFD36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Finds the model with the champion tag and creates a deployment configuration compatible with </a:t>
            </a:r>
            <a:r>
              <a:rPr lang="en-GB" dirty="0" err="1"/>
              <a:t>databricks</a:t>
            </a:r>
            <a:r>
              <a:rPr lang="en-GB" dirty="0"/>
              <a:t> before creating or updating the endpoint.</a:t>
            </a:r>
          </a:p>
          <a:p>
            <a:endParaRPr lang="en-GB" dirty="0"/>
          </a:p>
          <a:p>
            <a:r>
              <a:rPr lang="en-GB" dirty="0"/>
              <a:t>Key lines:</a:t>
            </a:r>
          </a:p>
          <a:p>
            <a:pPr marL="0" indent="0">
              <a:buNone/>
            </a:pPr>
            <a:r>
              <a:rPr lang="en-GB" dirty="0"/>
              <a:t>        info = </a:t>
            </a:r>
            <a:r>
              <a:rPr lang="en-GB" dirty="0" err="1"/>
              <a:t>self.get_alias_version</a:t>
            </a:r>
            <a:r>
              <a:rPr lang="en-GB" dirty="0"/>
              <a:t>("champion")</a:t>
            </a:r>
          </a:p>
          <a:p>
            <a:pPr marL="0" indent="0">
              <a:buNone/>
            </a:pPr>
            <a:r>
              <a:rPr lang="en-GB" dirty="0"/>
              <a:t>        config = {</a:t>
            </a:r>
          </a:p>
          <a:p>
            <a:pPr marL="0" indent="0">
              <a:buNone/>
            </a:pPr>
            <a:r>
              <a:rPr lang="en-GB" dirty="0"/>
              <a:t>            "</a:t>
            </a:r>
            <a:r>
              <a:rPr lang="en-GB" dirty="0" err="1"/>
              <a:t>served_entities</a:t>
            </a:r>
            <a:r>
              <a:rPr lang="en-GB" dirty="0"/>
              <a:t>":[</a:t>
            </a:r>
          </a:p>
          <a:p>
            <a:pPr marL="0" indent="0">
              <a:buNone/>
            </a:pPr>
            <a:r>
              <a:rPr lang="en-GB" dirty="0"/>
              <a:t>                {</a:t>
            </a:r>
          </a:p>
          <a:p>
            <a:pPr marL="0" indent="0">
              <a:buNone/>
            </a:pPr>
            <a:r>
              <a:rPr lang="en-GB" dirty="0"/>
              <a:t>                    "</a:t>
            </a:r>
            <a:r>
              <a:rPr lang="en-GB" dirty="0" err="1"/>
              <a:t>entity_name</a:t>
            </a:r>
            <a:r>
              <a:rPr lang="en-GB" dirty="0"/>
              <a:t>": </a:t>
            </a:r>
            <a:r>
              <a:rPr lang="en-GB" dirty="0" err="1"/>
              <a:t>self.config.logger.model_name_uc</a:t>
            </a:r>
            <a:r>
              <a:rPr lang="en-GB" dirty="0"/>
              <a:t>,</a:t>
            </a:r>
          </a:p>
          <a:p>
            <a:pPr marL="0" indent="0">
              <a:buNone/>
            </a:pPr>
            <a:r>
              <a:rPr lang="en-GB" dirty="0"/>
              <a:t>                    "</a:t>
            </a:r>
            <a:r>
              <a:rPr lang="en-GB" dirty="0" err="1"/>
              <a:t>entity_version</a:t>
            </a:r>
            <a:r>
              <a:rPr lang="en-GB" dirty="0"/>
              <a:t>": </a:t>
            </a:r>
            <a:r>
              <a:rPr lang="en-GB" dirty="0" err="1"/>
              <a:t>info.version</a:t>
            </a:r>
            <a:r>
              <a:rPr lang="en-GB" dirty="0"/>
              <a:t>,</a:t>
            </a:r>
          </a:p>
          <a:p>
            <a:pPr marL="0" indent="0">
              <a:buNone/>
            </a:pPr>
            <a:r>
              <a:rPr lang="en-GB" dirty="0"/>
              <a:t>                    "</a:t>
            </a:r>
            <a:r>
              <a:rPr lang="en-GB" dirty="0" err="1"/>
              <a:t>scale_to_zero_enabled":True</a:t>
            </a:r>
            <a:r>
              <a:rPr lang="en-GB" dirty="0"/>
              <a:t>,</a:t>
            </a:r>
          </a:p>
          <a:p>
            <a:pPr marL="0" indent="0">
              <a:buNone/>
            </a:pPr>
            <a:r>
              <a:rPr lang="en-GB" dirty="0"/>
              <a:t>                    "</a:t>
            </a:r>
            <a:r>
              <a:rPr lang="en-GB" dirty="0" err="1"/>
              <a:t>workload_size</a:t>
            </a:r>
            <a:r>
              <a:rPr lang="en-GB" dirty="0"/>
              <a:t>": "Small"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                }</a:t>
            </a:r>
          </a:p>
          <a:p>
            <a:pPr marL="0" indent="0">
              <a:buNone/>
            </a:pPr>
            <a:r>
              <a:rPr lang="en-GB" dirty="0"/>
              <a:t>            ]</a:t>
            </a:r>
          </a:p>
          <a:p>
            <a:pPr marL="0" indent="0">
              <a:buNone/>
            </a:pPr>
            <a:r>
              <a:rPr lang="en-GB" dirty="0"/>
              <a:t>        }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A14360-A77F-E8C1-2E76-6B125874E566}"/>
              </a:ext>
            </a:extLst>
          </p:cNvPr>
          <p:cNvSpPr/>
          <p:nvPr/>
        </p:nvSpPr>
        <p:spPr>
          <a:xfrm>
            <a:off x="2205790" y="580523"/>
            <a:ext cx="1331494" cy="6191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Deploy</a:t>
            </a:r>
          </a:p>
        </p:txBody>
      </p:sp>
    </p:spTree>
    <p:extLst>
      <p:ext uri="{BB962C8B-B14F-4D97-AF65-F5344CB8AC3E}">
        <p14:creationId xmlns:p14="http://schemas.microsoft.com/office/powerpoint/2010/main" val="876355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DC3F-8DAB-2CC5-6B4F-828A2DF9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5240-7B1C-F7D3-9F64-CD894FBD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Deploy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62956-3138-D755-48D5-5CBFC622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Finds the model with the champion tag and creates a deployment configuration compatible with </a:t>
            </a:r>
            <a:r>
              <a:rPr lang="en-GB" dirty="0" err="1"/>
              <a:t>databricks</a:t>
            </a:r>
            <a:r>
              <a:rPr lang="en-GB" dirty="0"/>
              <a:t> before creating or updating the endpoint.</a:t>
            </a:r>
          </a:p>
          <a:p>
            <a:endParaRPr lang="en-GB" dirty="0"/>
          </a:p>
          <a:p>
            <a:r>
              <a:rPr lang="en-GB" dirty="0"/>
              <a:t>Key lines:</a:t>
            </a:r>
          </a:p>
          <a:p>
            <a:pPr marL="0" indent="0">
              <a:buNone/>
            </a:pPr>
            <a:r>
              <a:rPr lang="en-GB" sz="1800" dirty="0"/>
              <a:t>endpoint = </a:t>
            </a:r>
            <a:r>
              <a:rPr lang="en-GB" sz="1800" dirty="0" err="1"/>
              <a:t>deploy_client.get_endpoint</a:t>
            </a:r>
            <a:r>
              <a:rPr lang="en-GB" sz="1800" dirty="0"/>
              <a:t>(</a:t>
            </a:r>
            <a:r>
              <a:rPr lang="en-GB" sz="1800" dirty="0" err="1"/>
              <a:t>self.config.logger.endpoint_name</a:t>
            </a:r>
            <a:r>
              <a:rPr lang="en-GB" sz="1800" dirty="0"/>
              <a:t>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45F7A5-EB08-1891-1057-64A9573581CC}"/>
              </a:ext>
            </a:extLst>
          </p:cNvPr>
          <p:cNvSpPr/>
          <p:nvPr/>
        </p:nvSpPr>
        <p:spPr>
          <a:xfrm>
            <a:off x="2205790" y="580523"/>
            <a:ext cx="1331494" cy="6191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Deploy</a:t>
            </a:r>
          </a:p>
        </p:txBody>
      </p:sp>
    </p:spTree>
    <p:extLst>
      <p:ext uri="{BB962C8B-B14F-4D97-AF65-F5344CB8AC3E}">
        <p14:creationId xmlns:p14="http://schemas.microsoft.com/office/powerpoint/2010/main" val="32354026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62ACF-5295-1A79-FAC7-D7671E4BD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4" y="682674"/>
            <a:ext cx="9621777" cy="1106021"/>
          </a:xfrm>
        </p:spPr>
        <p:txBody>
          <a:bodyPr>
            <a:normAutofit fontScale="90000"/>
          </a:bodyPr>
          <a:lstStyle/>
          <a:p>
            <a:r>
              <a:rPr lang="en-GB" dirty="0"/>
              <a:t>Let us take a look at how this is setup in the ECML job.</a:t>
            </a:r>
            <a:br>
              <a:rPr lang="en-GB" dirty="0"/>
            </a:br>
            <a:br>
              <a:rPr lang="en-GB" dirty="0"/>
            </a:br>
            <a:r>
              <a:rPr lang="en-GB" i="1" dirty="0"/>
              <a:t>“When you check out the site and it gives the green light, that’s a model…”</a:t>
            </a:r>
          </a:p>
        </p:txBody>
      </p:sp>
      <p:pic>
        <p:nvPicPr>
          <p:cNvPr id="4" name="Graphic 3" descr="Music with solid fill">
            <a:extLst>
              <a:ext uri="{FF2B5EF4-FFF2-40B4-BE49-F238E27FC236}">
                <a16:creationId xmlns:a16="http://schemas.microsoft.com/office/drawing/2014/main" id="{ED722400-B48D-C3F4-5EC4-F0ACC39E7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4252" y="1788695"/>
            <a:ext cx="914400" cy="914400"/>
          </a:xfrm>
          <a:prstGeom prst="rect">
            <a:avLst/>
          </a:prstGeom>
        </p:spPr>
      </p:pic>
      <p:pic>
        <p:nvPicPr>
          <p:cNvPr id="6" name="Graphic 5" descr="Music with solid fill">
            <a:extLst>
              <a:ext uri="{FF2B5EF4-FFF2-40B4-BE49-F238E27FC236}">
                <a16:creationId xmlns:a16="http://schemas.microsoft.com/office/drawing/2014/main" id="{FD1E9D5A-0BD4-0F79-DF1F-ADECAE9AA4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8230" y="2037348"/>
            <a:ext cx="677779" cy="67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50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403E-EA6C-67DB-131E-5A2BD03E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goals of todays tutorials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A8E17-0051-96B6-8696-D86E6FD34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Take some tools and practices home with you to make working with ML easier.</a:t>
            </a:r>
          </a:p>
          <a:p>
            <a:r>
              <a:rPr lang="en-GB" dirty="0"/>
              <a:t>Take some tools and practices home with you to make working with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YOU</a:t>
            </a:r>
            <a:r>
              <a:rPr lang="en-GB" dirty="0"/>
              <a:t> easier.</a:t>
            </a:r>
          </a:p>
          <a:p>
            <a:r>
              <a:rPr lang="en-GB" dirty="0"/>
              <a:t>Prepare you for when your project partner introduces you to their systems.</a:t>
            </a:r>
          </a:p>
          <a:p>
            <a:r>
              <a:rPr lang="en-GB" dirty="0"/>
              <a:t>Prepare you for when your project partner tells you there is no system in place…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950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HH_Tema_Bredbild">
  <a:themeElements>
    <a:clrScheme name="HH-mal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4985"/>
      </a:accent1>
      <a:accent2>
        <a:srgbClr val="22BBEA"/>
      </a:accent2>
      <a:accent3>
        <a:srgbClr val="006DB0"/>
      </a:accent3>
      <a:accent4>
        <a:srgbClr val="96C0E3"/>
      </a:accent4>
      <a:accent5>
        <a:srgbClr val="B81218"/>
      </a:accent5>
      <a:accent6>
        <a:srgbClr val="B0CC3B"/>
      </a:accent6>
      <a:hlink>
        <a:srgbClr val="0000FF"/>
      </a:hlink>
      <a:folHlink>
        <a:srgbClr val="800080"/>
      </a:folHlink>
    </a:clrScheme>
    <a:fontScheme name="HH-PPT">
      <a:majorFont>
        <a:latin typeface="Gill Sans Std"/>
        <a:ea typeface=""/>
        <a:cs typeface=""/>
      </a:majorFont>
      <a:minorFont>
        <a:latin typeface="Gill Sans St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3" id="{FA968A38-EE16-894E-B128-1196C3410603}" vid="{5B1A080D-E40F-534B-9E6D-BB2426F56E7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83B07C5C9AF0F47AE18C2854A013709" ma:contentTypeVersion="2" ma:contentTypeDescription="Skapa ett nytt dokument." ma:contentTypeScope="" ma:versionID="910ea1cbe916e1bbd833018328b94f19">
  <xsd:schema xmlns:xsd="http://www.w3.org/2001/XMLSchema" xmlns:xs="http://www.w3.org/2001/XMLSchema" xmlns:p="http://schemas.microsoft.com/office/2006/metadata/properties" xmlns:ns2="02130096-2b30-485c-92da-bd307b1fdfc3" targetNamespace="http://schemas.microsoft.com/office/2006/metadata/properties" ma:root="true" ma:fieldsID="52628735ce5c5fd6ca959912d84bf562" ns2:_="">
    <xsd:import namespace="02130096-2b30-485c-92da-bd307b1fdf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30096-2b30-485c-92da-bd307b1fdf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1971E8-23B5-43B3-9A4C-0E1B2946A2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07EDDC-8CC5-4C93-8D10-309A5EE85F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130096-2b30-485c-92da-bd307b1fdf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EEE59F-AA54-4C9C-BCA1-725BB87F78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PresentationENG_Bredbild</Template>
  <TotalTime>8484</TotalTime>
  <Words>1699</Words>
  <Application>Microsoft Office PowerPoint</Application>
  <PresentationFormat>Widescreen</PresentationFormat>
  <Paragraphs>239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Gill Sans Std</vt:lpstr>
      <vt:lpstr>Gill Sans Std Light</vt:lpstr>
      <vt:lpstr>Menlo</vt:lpstr>
      <vt:lpstr>HH_Tema_Bredbild</vt:lpstr>
      <vt:lpstr>Part II – Databrick by brick</vt:lpstr>
      <vt:lpstr>So far:</vt:lpstr>
      <vt:lpstr>Now:</vt:lpstr>
      <vt:lpstr>Instructions:</vt:lpstr>
      <vt:lpstr>Databricks (introduction)</vt:lpstr>
      <vt:lpstr>Databricks (introduction)</vt:lpstr>
      <vt:lpstr>Navigation</vt:lpstr>
      <vt:lpstr>Adding our project</vt:lpstr>
      <vt:lpstr>Material</vt:lpstr>
      <vt:lpstr>Adding our project</vt:lpstr>
      <vt:lpstr>Data in databricks</vt:lpstr>
      <vt:lpstr>Data in databricks</vt:lpstr>
      <vt:lpstr>Data in databricks</vt:lpstr>
      <vt:lpstr>Experiments</vt:lpstr>
      <vt:lpstr>Models and registered models</vt:lpstr>
      <vt:lpstr>Models and registered models</vt:lpstr>
      <vt:lpstr>Serving </vt:lpstr>
      <vt:lpstr>Serving </vt:lpstr>
      <vt:lpstr>Serving </vt:lpstr>
      <vt:lpstr>Jobs</vt:lpstr>
      <vt:lpstr>PowerPoint Presentation</vt:lpstr>
      <vt:lpstr>Scheduling:</vt:lpstr>
      <vt:lpstr>Dependencies:</vt:lpstr>
      <vt:lpstr>Task variables and control flows:</vt:lpstr>
      <vt:lpstr>A simple automated pipeline:</vt:lpstr>
      <vt:lpstr>Project structure</vt:lpstr>
      <vt:lpstr>Project structure</vt:lpstr>
      <vt:lpstr>Project structure</vt:lpstr>
      <vt:lpstr>Project structure</vt:lpstr>
      <vt:lpstr>Project structure</vt:lpstr>
      <vt:lpstr>Evaluator</vt:lpstr>
      <vt:lpstr>HPO</vt:lpstr>
      <vt:lpstr>Retrainer</vt:lpstr>
      <vt:lpstr>Retrainer</vt:lpstr>
      <vt:lpstr>Promoter</vt:lpstr>
      <vt:lpstr>Deploy</vt:lpstr>
      <vt:lpstr>Deploy</vt:lpstr>
      <vt:lpstr>Let us take a look at how this is setup in the ECML job.  “When you check out the site and it gives the green light, that’s a model…”</vt:lpstr>
      <vt:lpstr>The goals of todays tutorials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 Andersson</dc:creator>
  <cp:lastModifiedBy>Mikael Andersson</cp:lastModifiedBy>
  <cp:revision>1</cp:revision>
  <dcterms:created xsi:type="dcterms:W3CDTF">2026-09-04T11:46:34Z</dcterms:created>
  <dcterms:modified xsi:type="dcterms:W3CDTF">2026-09-15T07:19:15Z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0x010100F83B07C5C9AF0F47AE18C2854A013709</vt:lpwstr>
  </property>
</Properties>
</file>