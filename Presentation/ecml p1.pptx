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46"/>
  </p:notesMasterIdLst>
  <p:sldIdLst>
    <p:sldId id="300" r:id="rId5"/>
    <p:sldId id="316" r:id="rId6"/>
    <p:sldId id="317" r:id="rId7"/>
    <p:sldId id="298" r:id="rId8"/>
    <p:sldId id="315" r:id="rId9"/>
    <p:sldId id="304" r:id="rId10"/>
    <p:sldId id="305" r:id="rId11"/>
    <p:sldId id="306" r:id="rId12"/>
    <p:sldId id="307" r:id="rId13"/>
    <p:sldId id="297" r:id="rId14"/>
    <p:sldId id="260" r:id="rId15"/>
    <p:sldId id="261" r:id="rId16"/>
    <p:sldId id="284" r:id="rId17"/>
    <p:sldId id="264" r:id="rId18"/>
    <p:sldId id="262" r:id="rId19"/>
    <p:sldId id="279" r:id="rId20"/>
    <p:sldId id="285" r:id="rId21"/>
    <p:sldId id="290" r:id="rId22"/>
    <p:sldId id="263" r:id="rId23"/>
    <p:sldId id="310" r:id="rId24"/>
    <p:sldId id="313" r:id="rId25"/>
    <p:sldId id="311" r:id="rId26"/>
    <p:sldId id="312" r:id="rId27"/>
    <p:sldId id="266" r:id="rId28"/>
    <p:sldId id="286" r:id="rId29"/>
    <p:sldId id="308" r:id="rId30"/>
    <p:sldId id="269" r:id="rId31"/>
    <p:sldId id="270" r:id="rId32"/>
    <p:sldId id="272" r:id="rId33"/>
    <p:sldId id="291" r:id="rId34"/>
    <p:sldId id="295" r:id="rId35"/>
    <p:sldId id="273" r:id="rId36"/>
    <p:sldId id="287" r:id="rId37"/>
    <p:sldId id="296" r:id="rId38"/>
    <p:sldId id="274" r:id="rId39"/>
    <p:sldId id="282" r:id="rId40"/>
    <p:sldId id="294" r:id="rId41"/>
    <p:sldId id="292" r:id="rId42"/>
    <p:sldId id="293" r:id="rId43"/>
    <p:sldId id="309" r:id="rId44"/>
    <p:sldId id="319" r:id="rId45"/>
  </p:sldIdLst>
  <p:sldSz cx="12192000" cy="6858000"/>
  <p:notesSz cx="6858000" cy="9144000"/>
  <p:defaultTextStyle>
    <a:defPPr>
      <a:defRPr lang="sv-S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snapToGrid="0">
      <p:cViewPr varScale="1">
        <p:scale>
          <a:sx n="92" d="100"/>
          <a:sy n="92" d="100"/>
        </p:scale>
        <p:origin x="86"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ael Andersson" userId="1bd90723-cf1e-4391-b570-115fabeed731" providerId="ADAL" clId="{2C79296B-CDBD-425A-93D5-20E7CADC8398}"/>
    <pc:docChg chg="undo custSel addSld delSld modSld sldOrd">
      <pc:chgData name="Mikael Andersson" userId="1bd90723-cf1e-4391-b570-115fabeed731" providerId="ADAL" clId="{2C79296B-CDBD-425A-93D5-20E7CADC8398}" dt="2026-09-15T06:17:10.598" v="2227"/>
      <pc:docMkLst>
        <pc:docMk/>
      </pc:docMkLst>
      <pc:sldChg chg="modSp mod">
        <pc:chgData name="Mikael Andersson" userId="1bd90723-cf1e-4391-b570-115fabeed731" providerId="ADAL" clId="{2C79296B-CDBD-425A-93D5-20E7CADC8398}" dt="2026-09-11T12:08:34.477" v="2220" actId="313"/>
        <pc:sldMkLst>
          <pc:docMk/>
          <pc:sldMk cId="269169419" sldId="260"/>
        </pc:sldMkLst>
        <pc:spChg chg="mod">
          <ac:chgData name="Mikael Andersson" userId="1bd90723-cf1e-4391-b570-115fabeed731" providerId="ADAL" clId="{2C79296B-CDBD-425A-93D5-20E7CADC8398}" dt="2026-09-11T12:08:34.477" v="2220" actId="313"/>
          <ac:spMkLst>
            <pc:docMk/>
            <pc:sldMk cId="269169419" sldId="260"/>
            <ac:spMk id="3" creationId="{5AE77430-17CA-96BD-FA26-234531FEFE86}"/>
          </ac:spMkLst>
        </pc:spChg>
      </pc:sldChg>
      <pc:sldChg chg="modSp mod">
        <pc:chgData name="Mikael Andersson" userId="1bd90723-cf1e-4391-b570-115fabeed731" providerId="ADAL" clId="{2C79296B-CDBD-425A-93D5-20E7CADC8398}" dt="2026-09-11T09:38:39.070" v="1796" actId="20577"/>
        <pc:sldMkLst>
          <pc:docMk/>
          <pc:sldMk cId="1589068498" sldId="263"/>
        </pc:sldMkLst>
        <pc:spChg chg="mod">
          <ac:chgData name="Mikael Andersson" userId="1bd90723-cf1e-4391-b570-115fabeed731" providerId="ADAL" clId="{2C79296B-CDBD-425A-93D5-20E7CADC8398}" dt="2026-09-10T11:28:08.482" v="232" actId="20577"/>
          <ac:spMkLst>
            <pc:docMk/>
            <pc:sldMk cId="1589068498" sldId="263"/>
            <ac:spMk id="2" creationId="{72958797-58EB-A07C-E476-27DBA947FE3D}"/>
          </ac:spMkLst>
        </pc:spChg>
        <pc:spChg chg="mod">
          <ac:chgData name="Mikael Andersson" userId="1bd90723-cf1e-4391-b570-115fabeed731" providerId="ADAL" clId="{2C79296B-CDBD-425A-93D5-20E7CADC8398}" dt="2026-09-11T09:38:39.070" v="1796" actId="20577"/>
          <ac:spMkLst>
            <pc:docMk/>
            <pc:sldMk cId="1589068498" sldId="263"/>
            <ac:spMk id="3" creationId="{0AD97FF2-52B3-77C9-A80E-4172D8CDA29B}"/>
          </ac:spMkLst>
        </pc:spChg>
      </pc:sldChg>
      <pc:sldChg chg="modSp modAnim">
        <pc:chgData name="Mikael Andersson" userId="1bd90723-cf1e-4391-b570-115fabeed731" providerId="ADAL" clId="{2C79296B-CDBD-425A-93D5-20E7CADC8398}" dt="2026-09-11T09:33:37.895" v="1637" actId="20577"/>
        <pc:sldMkLst>
          <pc:docMk/>
          <pc:sldMk cId="1429665273" sldId="269"/>
        </pc:sldMkLst>
        <pc:spChg chg="mod">
          <ac:chgData name="Mikael Andersson" userId="1bd90723-cf1e-4391-b570-115fabeed731" providerId="ADAL" clId="{2C79296B-CDBD-425A-93D5-20E7CADC8398}" dt="2026-09-11T09:33:37.895" v="1637" actId="20577"/>
          <ac:spMkLst>
            <pc:docMk/>
            <pc:sldMk cId="1429665273" sldId="269"/>
            <ac:spMk id="3" creationId="{00E49087-3071-7785-F050-2272F7B8519E}"/>
          </ac:spMkLst>
        </pc:spChg>
      </pc:sldChg>
      <pc:sldChg chg="modSp mod">
        <pc:chgData name="Mikael Andersson" userId="1bd90723-cf1e-4391-b570-115fabeed731" providerId="ADAL" clId="{2C79296B-CDBD-425A-93D5-20E7CADC8398}" dt="2026-09-11T06:24:44.549" v="1502" actId="20577"/>
        <pc:sldMkLst>
          <pc:docMk/>
          <pc:sldMk cId="3804593496" sldId="272"/>
        </pc:sldMkLst>
        <pc:spChg chg="mod">
          <ac:chgData name="Mikael Andersson" userId="1bd90723-cf1e-4391-b570-115fabeed731" providerId="ADAL" clId="{2C79296B-CDBD-425A-93D5-20E7CADC8398}" dt="2026-09-11T06:24:44.549" v="1502" actId="20577"/>
          <ac:spMkLst>
            <pc:docMk/>
            <pc:sldMk cId="3804593496" sldId="272"/>
            <ac:spMk id="3" creationId="{75E5274B-01F2-2971-65B5-88E9065F63E7}"/>
          </ac:spMkLst>
        </pc:spChg>
      </pc:sldChg>
      <pc:sldChg chg="addSp delSp modSp mod modClrScheme chgLayout">
        <pc:chgData name="Mikael Andersson" userId="1bd90723-cf1e-4391-b570-115fabeed731" providerId="ADAL" clId="{2C79296B-CDBD-425A-93D5-20E7CADC8398}" dt="2026-09-11T10:36:31.809" v="1820" actId="26606"/>
        <pc:sldMkLst>
          <pc:docMk/>
          <pc:sldMk cId="1233461386" sldId="274"/>
        </pc:sldMkLst>
        <pc:spChg chg="mod">
          <ac:chgData name="Mikael Andersson" userId="1bd90723-cf1e-4391-b570-115fabeed731" providerId="ADAL" clId="{2C79296B-CDBD-425A-93D5-20E7CADC8398}" dt="2026-09-11T10:36:31.809" v="1820" actId="26606"/>
          <ac:spMkLst>
            <pc:docMk/>
            <pc:sldMk cId="1233461386" sldId="274"/>
            <ac:spMk id="2" creationId="{89ACE9B8-0E3C-AA76-ED31-F0239718FF1C}"/>
          </ac:spMkLst>
        </pc:spChg>
        <pc:spChg chg="add del mod">
          <ac:chgData name="Mikael Andersson" userId="1bd90723-cf1e-4391-b570-115fabeed731" providerId="ADAL" clId="{2C79296B-CDBD-425A-93D5-20E7CADC8398}" dt="2026-09-11T10:36:31.809" v="1820" actId="26606"/>
          <ac:spMkLst>
            <pc:docMk/>
            <pc:sldMk cId="1233461386" sldId="274"/>
            <ac:spMk id="3" creationId="{3ACF2B96-FE91-438C-DE61-B6958C9C471C}"/>
          </ac:spMkLst>
        </pc:spChg>
      </pc:sldChg>
      <pc:sldChg chg="modSp mod">
        <pc:chgData name="Mikael Andersson" userId="1bd90723-cf1e-4391-b570-115fabeed731" providerId="ADAL" clId="{2C79296B-CDBD-425A-93D5-20E7CADC8398}" dt="2026-09-10T11:24:13.222" v="230" actId="20577"/>
        <pc:sldMkLst>
          <pc:docMk/>
          <pc:sldMk cId="1597364217" sldId="282"/>
        </pc:sldMkLst>
        <pc:spChg chg="mod">
          <ac:chgData name="Mikael Andersson" userId="1bd90723-cf1e-4391-b570-115fabeed731" providerId="ADAL" clId="{2C79296B-CDBD-425A-93D5-20E7CADC8398}" dt="2026-09-10T11:24:13.222" v="230" actId="20577"/>
          <ac:spMkLst>
            <pc:docMk/>
            <pc:sldMk cId="1597364217" sldId="282"/>
            <ac:spMk id="3" creationId="{FA10DFFF-BF88-7B0B-BE51-B6517FD5DDEC}"/>
          </ac:spMkLst>
        </pc:spChg>
      </pc:sldChg>
      <pc:sldChg chg="ord">
        <pc:chgData name="Mikael Andersson" userId="1bd90723-cf1e-4391-b570-115fabeed731" providerId="ADAL" clId="{2C79296B-CDBD-425A-93D5-20E7CADC8398}" dt="2026-09-15T06:17:10.598" v="2227"/>
        <pc:sldMkLst>
          <pc:docMk/>
          <pc:sldMk cId="231566358" sldId="284"/>
        </pc:sldMkLst>
      </pc:sldChg>
      <pc:sldChg chg="addSp delSp modSp mod">
        <pc:chgData name="Mikael Andersson" userId="1bd90723-cf1e-4391-b570-115fabeed731" providerId="ADAL" clId="{2C79296B-CDBD-425A-93D5-20E7CADC8398}" dt="2026-09-10T13:02:11.049" v="1157" actId="1076"/>
        <pc:sldMkLst>
          <pc:docMk/>
          <pc:sldMk cId="2604316049" sldId="285"/>
        </pc:sldMkLst>
        <pc:picChg chg="add mod">
          <ac:chgData name="Mikael Andersson" userId="1bd90723-cf1e-4391-b570-115fabeed731" providerId="ADAL" clId="{2C79296B-CDBD-425A-93D5-20E7CADC8398}" dt="2026-09-10T13:01:56.348" v="1155" actId="1076"/>
          <ac:picMkLst>
            <pc:docMk/>
            <pc:sldMk cId="2604316049" sldId="285"/>
            <ac:picMk id="7" creationId="{2F227843-2E41-7698-E7EA-1C4A0BF45F68}"/>
          </ac:picMkLst>
        </pc:picChg>
        <pc:picChg chg="add mod">
          <ac:chgData name="Mikael Andersson" userId="1bd90723-cf1e-4391-b570-115fabeed731" providerId="ADAL" clId="{2C79296B-CDBD-425A-93D5-20E7CADC8398}" dt="2026-09-10T13:02:11.049" v="1157" actId="1076"/>
          <ac:picMkLst>
            <pc:docMk/>
            <pc:sldMk cId="2604316049" sldId="285"/>
            <ac:picMk id="15" creationId="{DC3C3DE4-BAB7-9967-A6AB-C76F8FD0BA3F}"/>
          </ac:picMkLst>
        </pc:picChg>
      </pc:sldChg>
      <pc:sldChg chg="addSp delSp modSp mod">
        <pc:chgData name="Mikael Andersson" userId="1bd90723-cf1e-4391-b570-115fabeed731" providerId="ADAL" clId="{2C79296B-CDBD-425A-93D5-20E7CADC8398}" dt="2026-09-10T13:03:26.500" v="1162" actId="21"/>
        <pc:sldMkLst>
          <pc:docMk/>
          <pc:sldMk cId="3008889651" sldId="286"/>
        </pc:sldMkLst>
        <pc:spChg chg="mod">
          <ac:chgData name="Mikael Andersson" userId="1bd90723-cf1e-4391-b570-115fabeed731" providerId="ADAL" clId="{2C79296B-CDBD-425A-93D5-20E7CADC8398}" dt="2026-09-10T09:41:31.629" v="92" actId="20577"/>
          <ac:spMkLst>
            <pc:docMk/>
            <pc:sldMk cId="3008889651" sldId="286"/>
            <ac:spMk id="3" creationId="{FD921C66-50AB-9FCB-D253-D18A5CFA4C0A}"/>
          </ac:spMkLst>
        </pc:spChg>
      </pc:sldChg>
      <pc:sldChg chg="modSp mod">
        <pc:chgData name="Mikael Andersson" userId="1bd90723-cf1e-4391-b570-115fabeed731" providerId="ADAL" clId="{2C79296B-CDBD-425A-93D5-20E7CADC8398}" dt="2026-09-10T13:13:46.596" v="1200" actId="20577"/>
        <pc:sldMkLst>
          <pc:docMk/>
          <pc:sldMk cId="3992207874" sldId="291"/>
        </pc:sldMkLst>
        <pc:spChg chg="mod">
          <ac:chgData name="Mikael Andersson" userId="1bd90723-cf1e-4391-b570-115fabeed731" providerId="ADAL" clId="{2C79296B-CDBD-425A-93D5-20E7CADC8398}" dt="2026-09-10T13:13:46.596" v="1200" actId="20577"/>
          <ac:spMkLst>
            <pc:docMk/>
            <pc:sldMk cId="3992207874" sldId="291"/>
            <ac:spMk id="3" creationId="{36EC7C17-4BF3-799D-BFD3-455B158C8C85}"/>
          </ac:spMkLst>
        </pc:spChg>
      </pc:sldChg>
      <pc:sldChg chg="modSp mod">
        <pc:chgData name="Mikael Andersson" userId="1bd90723-cf1e-4391-b570-115fabeed731" providerId="ADAL" clId="{2C79296B-CDBD-425A-93D5-20E7CADC8398}" dt="2026-09-11T11:51:23.957" v="2210" actId="20577"/>
        <pc:sldMkLst>
          <pc:docMk/>
          <pc:sldMk cId="2761414979" sldId="293"/>
        </pc:sldMkLst>
        <pc:spChg chg="mod">
          <ac:chgData name="Mikael Andersson" userId="1bd90723-cf1e-4391-b570-115fabeed731" providerId="ADAL" clId="{2C79296B-CDBD-425A-93D5-20E7CADC8398}" dt="2026-09-11T11:51:23.957" v="2210" actId="20577"/>
          <ac:spMkLst>
            <pc:docMk/>
            <pc:sldMk cId="2761414979" sldId="293"/>
            <ac:spMk id="3" creationId="{9FE3C3B5-AA58-189A-4A41-D0B7870CAD01}"/>
          </ac:spMkLst>
        </pc:spChg>
      </pc:sldChg>
      <pc:sldChg chg="modSp mod ord">
        <pc:chgData name="Mikael Andersson" userId="1bd90723-cf1e-4391-b570-115fabeed731" providerId="ADAL" clId="{2C79296B-CDBD-425A-93D5-20E7CADC8398}" dt="2026-09-11T09:34:54.633" v="1639"/>
        <pc:sldMkLst>
          <pc:docMk/>
          <pc:sldMk cId="81793317" sldId="294"/>
        </pc:sldMkLst>
        <pc:spChg chg="mod">
          <ac:chgData name="Mikael Andersson" userId="1bd90723-cf1e-4391-b570-115fabeed731" providerId="ADAL" clId="{2C79296B-CDBD-425A-93D5-20E7CADC8398}" dt="2026-09-10T21:52:24.929" v="1486" actId="20577"/>
          <ac:spMkLst>
            <pc:docMk/>
            <pc:sldMk cId="81793317" sldId="294"/>
            <ac:spMk id="3" creationId="{6639FC91-6C19-3981-E093-F36E4FE5C8AE}"/>
          </ac:spMkLst>
        </pc:spChg>
      </pc:sldChg>
      <pc:sldChg chg="modSp mod">
        <pc:chgData name="Mikael Andersson" userId="1bd90723-cf1e-4391-b570-115fabeed731" providerId="ADAL" clId="{2C79296B-CDBD-425A-93D5-20E7CADC8398}" dt="2026-09-11T06:26:33.672" v="1509" actId="20577"/>
        <pc:sldMkLst>
          <pc:docMk/>
          <pc:sldMk cId="836339547" sldId="296"/>
        </pc:sldMkLst>
        <pc:spChg chg="mod">
          <ac:chgData name="Mikael Andersson" userId="1bd90723-cf1e-4391-b570-115fabeed731" providerId="ADAL" clId="{2C79296B-CDBD-425A-93D5-20E7CADC8398}" dt="2026-09-11T06:26:33.672" v="1509" actId="20577"/>
          <ac:spMkLst>
            <pc:docMk/>
            <pc:sldMk cId="836339547" sldId="296"/>
            <ac:spMk id="3" creationId="{CCF1979C-923B-5636-E103-F83A7D26DB66}"/>
          </ac:spMkLst>
        </pc:spChg>
      </pc:sldChg>
      <pc:sldChg chg="modSp mod ord">
        <pc:chgData name="Mikael Andersson" userId="1bd90723-cf1e-4391-b570-115fabeed731" providerId="ADAL" clId="{2C79296B-CDBD-425A-93D5-20E7CADC8398}" dt="2026-09-11T11:46:05.463" v="2187" actId="20577"/>
        <pc:sldMkLst>
          <pc:docMk/>
          <pc:sldMk cId="2507914744" sldId="298"/>
        </pc:sldMkLst>
        <pc:spChg chg="mod">
          <ac:chgData name="Mikael Andersson" userId="1bd90723-cf1e-4391-b570-115fabeed731" providerId="ADAL" clId="{2C79296B-CDBD-425A-93D5-20E7CADC8398}" dt="2026-09-11T11:46:05.463" v="2187" actId="20577"/>
          <ac:spMkLst>
            <pc:docMk/>
            <pc:sldMk cId="2507914744" sldId="298"/>
            <ac:spMk id="3" creationId="{FB244C98-24FB-C833-E945-3C21E04FDBAC}"/>
          </ac:spMkLst>
        </pc:spChg>
      </pc:sldChg>
      <pc:sldChg chg="ord">
        <pc:chgData name="Mikael Andersson" userId="1bd90723-cf1e-4391-b570-115fabeed731" providerId="ADAL" clId="{2C79296B-CDBD-425A-93D5-20E7CADC8398}" dt="2026-09-15T06:16:38.609" v="2225"/>
        <pc:sldMkLst>
          <pc:docMk/>
          <pc:sldMk cId="2722075449" sldId="300"/>
        </pc:sldMkLst>
      </pc:sldChg>
      <pc:sldChg chg="addSp delSp modSp mod">
        <pc:chgData name="Mikael Andersson" userId="1bd90723-cf1e-4391-b570-115fabeed731" providerId="ADAL" clId="{2C79296B-CDBD-425A-93D5-20E7CADC8398}" dt="2026-09-10T12:54:39.263" v="1114" actId="114"/>
        <pc:sldMkLst>
          <pc:docMk/>
          <pc:sldMk cId="1422805754" sldId="304"/>
        </pc:sldMkLst>
        <pc:spChg chg="mod">
          <ac:chgData name="Mikael Andersson" userId="1bd90723-cf1e-4391-b570-115fabeed731" providerId="ADAL" clId="{2C79296B-CDBD-425A-93D5-20E7CADC8398}" dt="2026-09-10T12:39:15.154" v="304" actId="20577"/>
          <ac:spMkLst>
            <pc:docMk/>
            <pc:sldMk cId="1422805754" sldId="304"/>
            <ac:spMk id="2" creationId="{A7918F50-0F7E-9172-C62E-220F8E0A2144}"/>
          </ac:spMkLst>
        </pc:spChg>
        <pc:spChg chg="add mod">
          <ac:chgData name="Mikael Andersson" userId="1bd90723-cf1e-4391-b570-115fabeed731" providerId="ADAL" clId="{2C79296B-CDBD-425A-93D5-20E7CADC8398}" dt="2026-09-10T12:54:39.263" v="1114" actId="114"/>
          <ac:spMkLst>
            <pc:docMk/>
            <pc:sldMk cId="1422805754" sldId="304"/>
            <ac:spMk id="6" creationId="{BC0E31F5-12C2-FDE4-ED4C-D2BF2423E920}"/>
          </ac:spMkLst>
        </pc:spChg>
        <pc:picChg chg="add mod">
          <ac:chgData name="Mikael Andersson" userId="1bd90723-cf1e-4391-b570-115fabeed731" providerId="ADAL" clId="{2C79296B-CDBD-425A-93D5-20E7CADC8398}" dt="2026-09-10T12:52:57.634" v="946" actId="1076"/>
          <ac:picMkLst>
            <pc:docMk/>
            <pc:sldMk cId="1422805754" sldId="304"/>
            <ac:picMk id="10" creationId="{A0573763-21B4-EE20-981D-CB26BCB57F9A}"/>
          </ac:picMkLst>
        </pc:picChg>
        <pc:picChg chg="add mod">
          <ac:chgData name="Mikael Andersson" userId="1bd90723-cf1e-4391-b570-115fabeed731" providerId="ADAL" clId="{2C79296B-CDBD-425A-93D5-20E7CADC8398}" dt="2026-09-10T12:53:49.134" v="953" actId="207"/>
          <ac:picMkLst>
            <pc:docMk/>
            <pc:sldMk cId="1422805754" sldId="304"/>
            <ac:picMk id="12" creationId="{151F5A74-F378-96A8-AE0F-FB87D973516F}"/>
          </ac:picMkLst>
        </pc:picChg>
      </pc:sldChg>
      <pc:sldChg chg="modSp mod">
        <pc:chgData name="Mikael Andersson" userId="1bd90723-cf1e-4391-b570-115fabeed731" providerId="ADAL" clId="{2C79296B-CDBD-425A-93D5-20E7CADC8398}" dt="2026-09-10T12:56:44.789" v="1138" actId="20577"/>
        <pc:sldMkLst>
          <pc:docMk/>
          <pc:sldMk cId="3955562935" sldId="305"/>
        </pc:sldMkLst>
        <pc:spChg chg="mod">
          <ac:chgData name="Mikael Andersson" userId="1bd90723-cf1e-4391-b570-115fabeed731" providerId="ADAL" clId="{2C79296B-CDBD-425A-93D5-20E7CADC8398}" dt="2026-09-10T12:56:44.789" v="1138" actId="20577"/>
          <ac:spMkLst>
            <pc:docMk/>
            <pc:sldMk cId="3955562935" sldId="305"/>
            <ac:spMk id="3" creationId="{A3D8B6C7-673B-BBCB-89EC-AECF2FAB9BCD}"/>
          </ac:spMkLst>
        </pc:spChg>
      </pc:sldChg>
      <pc:sldChg chg="modSp mod">
        <pc:chgData name="Mikael Andersson" userId="1bd90723-cf1e-4391-b570-115fabeed731" providerId="ADAL" clId="{2C79296B-CDBD-425A-93D5-20E7CADC8398}" dt="2026-09-10T12:42:25.836" v="483" actId="114"/>
        <pc:sldMkLst>
          <pc:docMk/>
          <pc:sldMk cId="694774043" sldId="306"/>
        </pc:sldMkLst>
        <pc:spChg chg="mod">
          <ac:chgData name="Mikael Andersson" userId="1bd90723-cf1e-4391-b570-115fabeed731" providerId="ADAL" clId="{2C79296B-CDBD-425A-93D5-20E7CADC8398}" dt="2026-09-10T12:42:25.836" v="483" actId="114"/>
          <ac:spMkLst>
            <pc:docMk/>
            <pc:sldMk cId="694774043" sldId="306"/>
            <ac:spMk id="3" creationId="{071FE47C-E9D7-F432-0A02-7631693A100E}"/>
          </ac:spMkLst>
        </pc:spChg>
      </pc:sldChg>
      <pc:sldChg chg="modSp mod">
        <pc:chgData name="Mikael Andersson" userId="1bd90723-cf1e-4391-b570-115fabeed731" providerId="ADAL" clId="{2C79296B-CDBD-425A-93D5-20E7CADC8398}" dt="2026-09-10T12:40:05.949" v="312" actId="20577"/>
        <pc:sldMkLst>
          <pc:docMk/>
          <pc:sldMk cId="4219506251" sldId="307"/>
        </pc:sldMkLst>
        <pc:spChg chg="mod">
          <ac:chgData name="Mikael Andersson" userId="1bd90723-cf1e-4391-b570-115fabeed731" providerId="ADAL" clId="{2C79296B-CDBD-425A-93D5-20E7CADC8398}" dt="2026-09-10T12:40:05.949" v="312" actId="20577"/>
          <ac:spMkLst>
            <pc:docMk/>
            <pc:sldMk cId="4219506251" sldId="307"/>
            <ac:spMk id="2" creationId="{C2AD403E-EA6C-67DB-131E-5A2BD03EB2C4}"/>
          </ac:spMkLst>
        </pc:spChg>
        <pc:spChg chg="mod">
          <ac:chgData name="Mikael Andersson" userId="1bd90723-cf1e-4391-b570-115fabeed731" providerId="ADAL" clId="{2C79296B-CDBD-425A-93D5-20E7CADC8398}" dt="2026-09-10T07:24:44.694" v="4" actId="114"/>
          <ac:spMkLst>
            <pc:docMk/>
            <pc:sldMk cId="4219506251" sldId="307"/>
            <ac:spMk id="3" creationId="{EDCA8E17-0051-96B6-8696-D86E6FD34838}"/>
          </ac:spMkLst>
        </pc:spChg>
      </pc:sldChg>
      <pc:sldChg chg="addSp delSp modSp add mod">
        <pc:chgData name="Mikael Andersson" userId="1bd90723-cf1e-4391-b570-115fabeed731" providerId="ADAL" clId="{2C79296B-CDBD-425A-93D5-20E7CADC8398}" dt="2026-09-10T13:07:12.298" v="1179" actId="478"/>
        <pc:sldMkLst>
          <pc:docMk/>
          <pc:sldMk cId="2445503920" sldId="308"/>
        </pc:sldMkLst>
        <pc:spChg chg="mod">
          <ac:chgData name="Mikael Andersson" userId="1bd90723-cf1e-4391-b570-115fabeed731" providerId="ADAL" clId="{2C79296B-CDBD-425A-93D5-20E7CADC8398}" dt="2026-09-10T09:42:41.872" v="134" actId="20577"/>
          <ac:spMkLst>
            <pc:docMk/>
            <pc:sldMk cId="2445503920" sldId="308"/>
            <ac:spMk id="3" creationId="{CBD83765-C1BC-CFFC-3017-F2A1F6E670F6}"/>
          </ac:spMkLst>
        </pc:spChg>
        <pc:picChg chg="add mod">
          <ac:chgData name="Mikael Andersson" userId="1bd90723-cf1e-4391-b570-115fabeed731" providerId="ADAL" clId="{2C79296B-CDBD-425A-93D5-20E7CADC8398}" dt="2026-09-10T13:04:47.755" v="1173" actId="1076"/>
          <ac:picMkLst>
            <pc:docMk/>
            <pc:sldMk cId="2445503920" sldId="308"/>
            <ac:picMk id="5" creationId="{554AE3B2-0B2C-0DF8-D7B9-18F9FAEBED79}"/>
          </ac:picMkLst>
        </pc:picChg>
        <pc:picChg chg="add mod">
          <ac:chgData name="Mikael Andersson" userId="1bd90723-cf1e-4391-b570-115fabeed731" providerId="ADAL" clId="{2C79296B-CDBD-425A-93D5-20E7CADC8398}" dt="2026-09-10T13:04:40.509" v="1172" actId="14100"/>
          <ac:picMkLst>
            <pc:docMk/>
            <pc:sldMk cId="2445503920" sldId="308"/>
            <ac:picMk id="7" creationId="{8932057A-A5DF-B223-D0F7-C0CC56D1A935}"/>
          </ac:picMkLst>
        </pc:picChg>
        <pc:picChg chg="add mod">
          <ac:chgData name="Mikael Andersson" userId="1bd90723-cf1e-4391-b570-115fabeed731" providerId="ADAL" clId="{2C79296B-CDBD-425A-93D5-20E7CADC8398}" dt="2026-09-10T13:04:51.529" v="1174" actId="1076"/>
          <ac:picMkLst>
            <pc:docMk/>
            <pc:sldMk cId="2445503920" sldId="308"/>
            <ac:picMk id="9" creationId="{F806A3BC-05BB-ECF7-3AAE-8868AFEFFBA7}"/>
          </ac:picMkLst>
        </pc:picChg>
      </pc:sldChg>
      <pc:sldChg chg="addSp modSp new mod">
        <pc:chgData name="Mikael Andersson" userId="1bd90723-cf1e-4391-b570-115fabeed731" providerId="ADAL" clId="{2C79296B-CDBD-425A-93D5-20E7CADC8398}" dt="2026-09-10T21:00:46.957" v="1482" actId="1076"/>
        <pc:sldMkLst>
          <pc:docMk/>
          <pc:sldMk cId="2055356327" sldId="309"/>
        </pc:sldMkLst>
        <pc:spChg chg="mod">
          <ac:chgData name="Mikael Andersson" userId="1bd90723-cf1e-4391-b570-115fabeed731" providerId="ADAL" clId="{2C79296B-CDBD-425A-93D5-20E7CADC8398}" dt="2026-09-10T20:55:59.160" v="1239" actId="20577"/>
          <ac:spMkLst>
            <pc:docMk/>
            <pc:sldMk cId="2055356327" sldId="309"/>
            <ac:spMk id="2" creationId="{26713461-6896-CC76-A0D1-C1C0E10A44D8}"/>
          </ac:spMkLst>
        </pc:spChg>
        <pc:spChg chg="mod">
          <ac:chgData name="Mikael Andersson" userId="1bd90723-cf1e-4391-b570-115fabeed731" providerId="ADAL" clId="{2C79296B-CDBD-425A-93D5-20E7CADC8398}" dt="2026-09-10T20:59:13.578" v="1473" actId="20577"/>
          <ac:spMkLst>
            <pc:docMk/>
            <pc:sldMk cId="2055356327" sldId="309"/>
            <ac:spMk id="3" creationId="{6DEBEC5F-15F7-0A98-9690-959BF1EAF380}"/>
          </ac:spMkLst>
        </pc:spChg>
        <pc:picChg chg="add mod">
          <ac:chgData name="Mikael Andersson" userId="1bd90723-cf1e-4391-b570-115fabeed731" providerId="ADAL" clId="{2C79296B-CDBD-425A-93D5-20E7CADC8398}" dt="2026-09-10T21:00:14.837" v="1479" actId="207"/>
          <ac:picMkLst>
            <pc:docMk/>
            <pc:sldMk cId="2055356327" sldId="309"/>
            <ac:picMk id="5" creationId="{47617636-C166-D324-5A34-445A6F5415F1}"/>
          </ac:picMkLst>
        </pc:picChg>
        <pc:picChg chg="add mod">
          <ac:chgData name="Mikael Andersson" userId="1bd90723-cf1e-4391-b570-115fabeed731" providerId="ADAL" clId="{2C79296B-CDBD-425A-93D5-20E7CADC8398}" dt="2026-09-10T21:00:46.957" v="1482" actId="1076"/>
          <ac:picMkLst>
            <pc:docMk/>
            <pc:sldMk cId="2055356327" sldId="309"/>
            <ac:picMk id="7" creationId="{A223E9B5-3267-5E68-9BF7-4584B4E40B30}"/>
          </ac:picMkLst>
        </pc:picChg>
      </pc:sldChg>
      <pc:sldChg chg="addSp delSp modSp new mod">
        <pc:chgData name="Mikael Andersson" userId="1bd90723-cf1e-4391-b570-115fabeed731" providerId="ADAL" clId="{2C79296B-CDBD-425A-93D5-20E7CADC8398}" dt="2026-09-11T09:40:08.015" v="1818" actId="1076"/>
        <pc:sldMkLst>
          <pc:docMk/>
          <pc:sldMk cId="3142820748" sldId="310"/>
        </pc:sldMkLst>
        <pc:spChg chg="mod">
          <ac:chgData name="Mikael Andersson" userId="1bd90723-cf1e-4391-b570-115fabeed731" providerId="ADAL" clId="{2C79296B-CDBD-425A-93D5-20E7CADC8398}" dt="2026-09-11T09:37:38.810" v="1685" actId="20577"/>
          <ac:spMkLst>
            <pc:docMk/>
            <pc:sldMk cId="3142820748" sldId="310"/>
            <ac:spMk id="2" creationId="{3C1E35B5-7E6C-C134-6CF2-3AF65B326D86}"/>
          </ac:spMkLst>
        </pc:spChg>
        <pc:spChg chg="add mod">
          <ac:chgData name="Mikael Andersson" userId="1bd90723-cf1e-4391-b570-115fabeed731" providerId="ADAL" clId="{2C79296B-CDBD-425A-93D5-20E7CADC8398}" dt="2026-09-11T09:40:04.194" v="1817" actId="1076"/>
          <ac:spMkLst>
            <pc:docMk/>
            <pc:sldMk cId="3142820748" sldId="310"/>
            <ac:spMk id="8" creationId="{79BBF02A-CB83-55F5-E48C-D85BD2D04A8A}"/>
          </ac:spMkLst>
        </pc:spChg>
        <pc:picChg chg="add mod">
          <ac:chgData name="Mikael Andersson" userId="1bd90723-cf1e-4391-b570-115fabeed731" providerId="ADAL" clId="{2C79296B-CDBD-425A-93D5-20E7CADC8398}" dt="2026-09-11T09:40:08.015" v="1818" actId="1076"/>
          <ac:picMkLst>
            <pc:docMk/>
            <pc:sldMk cId="3142820748" sldId="310"/>
            <ac:picMk id="7" creationId="{E8921409-65DD-CD80-19CA-F2D2EF5FA249}"/>
          </ac:picMkLst>
        </pc:picChg>
      </pc:sldChg>
      <pc:sldChg chg="addSp delSp modSp add mod">
        <pc:chgData name="Mikael Andersson" userId="1bd90723-cf1e-4391-b570-115fabeed731" providerId="ADAL" clId="{2C79296B-CDBD-425A-93D5-20E7CADC8398}" dt="2026-09-11T10:43:36.597" v="1866" actId="207"/>
        <pc:sldMkLst>
          <pc:docMk/>
          <pc:sldMk cId="2970318742" sldId="311"/>
        </pc:sldMkLst>
        <pc:spChg chg="add mod">
          <ac:chgData name="Mikael Andersson" userId="1bd90723-cf1e-4391-b570-115fabeed731" providerId="ADAL" clId="{2C79296B-CDBD-425A-93D5-20E7CADC8398}" dt="2026-09-11T10:43:36.597" v="1866" actId="207"/>
          <ac:spMkLst>
            <pc:docMk/>
            <pc:sldMk cId="2970318742" sldId="311"/>
            <ac:spMk id="5" creationId="{5B7EE718-5ED4-7F8E-57A9-AF367B0EE941}"/>
          </ac:spMkLst>
        </pc:spChg>
        <pc:spChg chg="mod">
          <ac:chgData name="Mikael Andersson" userId="1bd90723-cf1e-4391-b570-115fabeed731" providerId="ADAL" clId="{2C79296B-CDBD-425A-93D5-20E7CADC8398}" dt="2026-09-11T10:42:49.852" v="1864" actId="1076"/>
          <ac:spMkLst>
            <pc:docMk/>
            <pc:sldMk cId="2970318742" sldId="311"/>
            <ac:spMk id="8" creationId="{6101E97B-78BF-E70C-99DA-94906605103E}"/>
          </ac:spMkLst>
        </pc:spChg>
        <pc:picChg chg="add mod">
          <ac:chgData name="Mikael Andersson" userId="1bd90723-cf1e-4391-b570-115fabeed731" providerId="ADAL" clId="{2C79296B-CDBD-425A-93D5-20E7CADC8398}" dt="2026-09-11T10:41:45.571" v="1827" actId="1076"/>
          <ac:picMkLst>
            <pc:docMk/>
            <pc:sldMk cId="2970318742" sldId="311"/>
            <ac:picMk id="4" creationId="{9B27AB38-DDA7-1EFF-BF33-DE10BD4006DD}"/>
          </ac:picMkLst>
        </pc:picChg>
      </pc:sldChg>
      <pc:sldChg chg="addSp delSp modSp add mod">
        <pc:chgData name="Mikael Andersson" userId="1bd90723-cf1e-4391-b570-115fabeed731" providerId="ADAL" clId="{2C79296B-CDBD-425A-93D5-20E7CADC8398}" dt="2026-09-11T10:47:27.786" v="1973" actId="1076"/>
        <pc:sldMkLst>
          <pc:docMk/>
          <pc:sldMk cId="35997838" sldId="312"/>
        </pc:sldMkLst>
        <pc:spChg chg="mod">
          <ac:chgData name="Mikael Andersson" userId="1bd90723-cf1e-4391-b570-115fabeed731" providerId="ADAL" clId="{2C79296B-CDBD-425A-93D5-20E7CADC8398}" dt="2026-09-11T10:47:27.786" v="1973" actId="1076"/>
          <ac:spMkLst>
            <pc:docMk/>
            <pc:sldMk cId="35997838" sldId="312"/>
            <ac:spMk id="8" creationId="{9CEEB298-6B7E-0B1D-DB73-C867ED368419}"/>
          </ac:spMkLst>
        </pc:spChg>
        <pc:picChg chg="add mod">
          <ac:chgData name="Mikael Andersson" userId="1bd90723-cf1e-4391-b570-115fabeed731" providerId="ADAL" clId="{2C79296B-CDBD-425A-93D5-20E7CADC8398}" dt="2026-09-11T10:46:33.837" v="1870"/>
          <ac:picMkLst>
            <pc:docMk/>
            <pc:sldMk cId="35997838" sldId="312"/>
            <ac:picMk id="6" creationId="{1EF7CA4D-AC65-8512-D99B-968446FD8DE7}"/>
          </ac:picMkLst>
        </pc:picChg>
      </pc:sldChg>
      <pc:sldChg chg="addSp delSp modSp add mod">
        <pc:chgData name="Mikael Andersson" userId="1bd90723-cf1e-4391-b570-115fabeed731" providerId="ADAL" clId="{2C79296B-CDBD-425A-93D5-20E7CADC8398}" dt="2026-09-11T10:53:53.606" v="2095" actId="1076"/>
        <pc:sldMkLst>
          <pc:docMk/>
          <pc:sldMk cId="457905760" sldId="313"/>
        </pc:sldMkLst>
        <pc:spChg chg="mod">
          <ac:chgData name="Mikael Andersson" userId="1bd90723-cf1e-4391-b570-115fabeed731" providerId="ADAL" clId="{2C79296B-CDBD-425A-93D5-20E7CADC8398}" dt="2026-09-11T10:53:53.606" v="2095" actId="1076"/>
          <ac:spMkLst>
            <pc:docMk/>
            <pc:sldMk cId="457905760" sldId="313"/>
            <ac:spMk id="8" creationId="{C0090CB7-4EAA-2B39-13A1-A158C3C4ED8F}"/>
          </ac:spMkLst>
        </pc:spChg>
        <pc:picChg chg="add mod">
          <ac:chgData name="Mikael Andersson" userId="1bd90723-cf1e-4391-b570-115fabeed731" providerId="ADAL" clId="{2C79296B-CDBD-425A-93D5-20E7CADC8398}" dt="2026-09-11T10:52:33.769" v="1992"/>
          <ac:picMkLst>
            <pc:docMk/>
            <pc:sldMk cId="457905760" sldId="313"/>
            <ac:picMk id="14" creationId="{6885D891-19F9-9689-8552-25E96ED87D3E}"/>
          </ac:picMkLst>
        </pc:picChg>
      </pc:sldChg>
      <pc:sldChg chg="add">
        <pc:chgData name="Mikael Andersson" userId="1bd90723-cf1e-4391-b570-115fabeed731" providerId="ADAL" clId="{2C79296B-CDBD-425A-93D5-20E7CADC8398}" dt="2026-09-11T11:37:49.474" v="2101"/>
        <pc:sldMkLst>
          <pc:docMk/>
          <pc:sldMk cId="591264989" sldId="315"/>
        </pc:sldMkLst>
      </pc:sldChg>
      <pc:sldChg chg="addSp delSp modSp add mod">
        <pc:chgData name="Mikael Andersson" userId="1bd90723-cf1e-4391-b570-115fabeed731" providerId="ADAL" clId="{2C79296B-CDBD-425A-93D5-20E7CADC8398}" dt="2026-09-11T11:38:48.169" v="2117" actId="1076"/>
        <pc:sldMkLst>
          <pc:docMk/>
          <pc:sldMk cId="1218315094" sldId="316"/>
        </pc:sldMkLst>
        <pc:spChg chg="mod">
          <ac:chgData name="Mikael Andersson" userId="1bd90723-cf1e-4391-b570-115fabeed731" providerId="ADAL" clId="{2C79296B-CDBD-425A-93D5-20E7CADC8398}" dt="2026-09-11T11:38:48.169" v="2117" actId="1076"/>
          <ac:spMkLst>
            <pc:docMk/>
            <pc:sldMk cId="1218315094" sldId="316"/>
            <ac:spMk id="25" creationId="{3875739E-89D3-FD8E-96E2-394A747DCB8C}"/>
          </ac:spMkLst>
        </pc:spChg>
      </pc:sldChg>
      <pc:sldChg chg="addSp delSp modSp add mod">
        <pc:chgData name="Mikael Andersson" userId="1bd90723-cf1e-4391-b570-115fabeed731" providerId="ADAL" clId="{2C79296B-CDBD-425A-93D5-20E7CADC8398}" dt="2026-09-11T11:42:25.702" v="2161" actId="20577"/>
        <pc:sldMkLst>
          <pc:docMk/>
          <pc:sldMk cId="500584364" sldId="317"/>
        </pc:sldMkLst>
        <pc:spChg chg="add mod">
          <ac:chgData name="Mikael Andersson" userId="1bd90723-cf1e-4391-b570-115fabeed731" providerId="ADAL" clId="{2C79296B-CDBD-425A-93D5-20E7CADC8398}" dt="2026-09-11T11:42:17.543" v="2150" actId="1076"/>
          <ac:spMkLst>
            <pc:docMk/>
            <pc:sldMk cId="500584364" sldId="317"/>
            <ac:spMk id="9" creationId="{644D2611-DFBE-89EB-5238-0C64901795A9}"/>
          </ac:spMkLst>
        </pc:spChg>
        <pc:spChg chg="add mod">
          <ac:chgData name="Mikael Andersson" userId="1bd90723-cf1e-4391-b570-115fabeed731" providerId="ADAL" clId="{2C79296B-CDBD-425A-93D5-20E7CADC8398}" dt="2026-09-11T11:42:25.702" v="2161" actId="20577"/>
          <ac:spMkLst>
            <pc:docMk/>
            <pc:sldMk cId="500584364" sldId="317"/>
            <ac:spMk id="10" creationId="{58F15554-0FA0-7585-6D88-D154AE3951F9}"/>
          </ac:spMkLst>
        </pc:spChg>
        <pc:picChg chg="add mod">
          <ac:chgData name="Mikael Andersson" userId="1bd90723-cf1e-4391-b570-115fabeed731" providerId="ADAL" clId="{2C79296B-CDBD-425A-93D5-20E7CADC8398}" dt="2026-09-11T11:42:20.828" v="2151" actId="1076"/>
          <ac:picMkLst>
            <pc:docMk/>
            <pc:sldMk cId="500584364" sldId="317"/>
            <ac:picMk id="8" creationId="{3029650E-8681-BC1E-9B36-95229A4DFF32}"/>
          </ac:picMkLst>
        </pc:picChg>
      </pc:sldChg>
      <pc:sldChg chg="modSp add mod">
        <pc:chgData name="Mikael Andersson" userId="1bd90723-cf1e-4391-b570-115fabeed731" providerId="ADAL" clId="{2C79296B-CDBD-425A-93D5-20E7CADC8398}" dt="2026-09-11T11:39:44.094" v="2135" actId="20577"/>
        <pc:sldMkLst>
          <pc:docMk/>
          <pc:sldMk cId="982280183" sldId="319"/>
        </pc:sldMkLst>
        <pc:spChg chg="mod">
          <ac:chgData name="Mikael Andersson" userId="1bd90723-cf1e-4391-b570-115fabeed731" providerId="ADAL" clId="{2C79296B-CDBD-425A-93D5-20E7CADC8398}" dt="2026-09-11T11:39:44.094" v="2135" actId="20577"/>
          <ac:spMkLst>
            <pc:docMk/>
            <pc:sldMk cId="982280183" sldId="319"/>
            <ac:spMk id="2" creationId="{82C4E728-BDBE-703A-FC1B-83E97B37A68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0AAE08-DB13-466B-86B7-58A4DC02AD42}" type="datetimeFigureOut">
              <a:rPr lang="en-GB" smtClean="0"/>
              <a:t>15/09/2026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427F6-0152-4704-BAF5-3FFEE40A1AA9}" type="slidenum">
              <a:rPr lang="en-GB" smtClean="0"/>
              <a:t>‹#›</a:t>
            </a:fld>
            <a:endParaRPr lang="en-GB"/>
          </a:p>
        </p:txBody>
      </p:sp>
    </p:spTree>
    <p:extLst>
      <p:ext uri="{BB962C8B-B14F-4D97-AF65-F5344CB8AC3E}">
        <p14:creationId xmlns:p14="http://schemas.microsoft.com/office/powerpoint/2010/main" val="1008888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49427F6-0152-4704-BAF5-3FFEE40A1AA9}" type="slidenum">
              <a:rPr lang="en-GB" smtClean="0"/>
              <a:t>11</a:t>
            </a:fld>
            <a:endParaRPr lang="en-GB"/>
          </a:p>
        </p:txBody>
      </p:sp>
    </p:spTree>
    <p:extLst>
      <p:ext uri="{BB962C8B-B14F-4D97-AF65-F5344CB8AC3E}">
        <p14:creationId xmlns:p14="http://schemas.microsoft.com/office/powerpoint/2010/main" val="2033533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Rubrikbild">
    <p:spTree>
      <p:nvGrpSpPr>
        <p:cNvPr id="1" name=""/>
        <p:cNvGrpSpPr/>
        <p:nvPr/>
      </p:nvGrpSpPr>
      <p:grpSpPr>
        <a:xfrm>
          <a:off x="0" y="0"/>
          <a:ext cx="0" cy="0"/>
          <a:chOff x="0" y="0"/>
          <a:chExt cx="0" cy="0"/>
        </a:xfrm>
      </p:grpSpPr>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pic>
        <p:nvPicPr>
          <p:cNvPr id="13" name="Bildobjekt 12">
            <a:extLst>
              <a:ext uri="{FF2B5EF4-FFF2-40B4-BE49-F238E27FC236}">
                <a16:creationId xmlns:a16="http://schemas.microsoft.com/office/drawing/2014/main" id="{4E0A0D69-411B-2944-91FE-30C3C51D8EFE}"/>
              </a:ext>
            </a:extLst>
          </p:cNvPr>
          <p:cNvPicPr>
            <a:picLocks noChangeAspect="1"/>
          </p:cNvPicPr>
          <p:nvPr userDrawn="1"/>
        </p:nvPicPr>
        <p:blipFill rotWithShape="1">
          <a:blip r:embed="rId3"/>
          <a:srcRect b="6306"/>
          <a:stretch/>
        </p:blipFill>
        <p:spPr>
          <a:xfrm>
            <a:off x="422400" y="1338987"/>
            <a:ext cx="11345475" cy="4766613"/>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4"/>
          <a:stretch>
            <a:fillRect/>
          </a:stretch>
        </p:blipFill>
        <p:spPr>
          <a:xfrm>
            <a:off x="1" y="6400083"/>
            <a:ext cx="2133600" cy="321392"/>
          </a:xfrm>
          <a:prstGeom prst="rect">
            <a:avLst/>
          </a:prstGeom>
        </p:spPr>
      </p:pic>
    </p:spTree>
    <p:extLst>
      <p:ext uri="{BB962C8B-B14F-4D97-AF65-F5344CB8AC3E}">
        <p14:creationId xmlns:p14="http://schemas.microsoft.com/office/powerpoint/2010/main" val="3577145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Rubrikbild">
    <p:spTree>
      <p:nvGrpSpPr>
        <p:cNvPr id="1" name=""/>
        <p:cNvGrpSpPr/>
        <p:nvPr/>
      </p:nvGrpSpPr>
      <p:grpSpPr>
        <a:xfrm>
          <a:off x="0" y="0"/>
          <a:ext cx="0" cy="0"/>
          <a:chOff x="0" y="0"/>
          <a:chExt cx="0" cy="0"/>
        </a:xfrm>
      </p:grpSpPr>
      <p:pic>
        <p:nvPicPr>
          <p:cNvPr id="11" name="Bildobjekt 10">
            <a:extLst>
              <a:ext uri="{FF2B5EF4-FFF2-40B4-BE49-F238E27FC236}">
                <a16:creationId xmlns:a16="http://schemas.microsoft.com/office/drawing/2014/main" id="{0E45D4F2-78CB-144C-8756-B62C711A11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089" t="35675" r="27372" b="35858"/>
          <a:stretch/>
        </p:blipFill>
        <p:spPr>
          <a:xfrm>
            <a:off x="424126" y="1325229"/>
            <a:ext cx="11345476" cy="4780372"/>
          </a:xfrm>
          <a:prstGeom prst="rect">
            <a:avLst/>
          </a:prstGeom>
        </p:spPr>
      </p:pic>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3"/>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4"/>
          <a:stretch>
            <a:fillRect/>
          </a:stretch>
        </p:blipFill>
        <p:spPr>
          <a:xfrm>
            <a:off x="1" y="6400083"/>
            <a:ext cx="2133600" cy="321392"/>
          </a:xfrm>
          <a:prstGeom prst="rect">
            <a:avLst/>
          </a:prstGeom>
        </p:spPr>
      </p:pic>
    </p:spTree>
    <p:extLst>
      <p:ext uri="{BB962C8B-B14F-4D97-AF65-F5344CB8AC3E}">
        <p14:creationId xmlns:p14="http://schemas.microsoft.com/office/powerpoint/2010/main" val="2521184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Rubrikbild">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24976BD9-E94D-B245-A091-90A36840099B}"/>
              </a:ext>
            </a:extLst>
          </p:cNvPr>
          <p:cNvSpPr/>
          <p:nvPr userDrawn="1"/>
        </p:nvSpPr>
        <p:spPr>
          <a:xfrm>
            <a:off x="424125" y="1338988"/>
            <a:ext cx="11345475" cy="4766613"/>
          </a:xfrm>
          <a:prstGeom prst="rect">
            <a:avLst/>
          </a:prstGeom>
          <a:solidFill>
            <a:srgbClr val="004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sv-SE" sz="1350" b="0" i="0" u="none" strike="noStrike" kern="1200" cap="none" spc="0" normalizeH="0" baseline="0" noProof="0">
              <a:ln>
                <a:noFill/>
              </a:ln>
              <a:solidFill>
                <a:prstClr val="white"/>
              </a:solidFill>
              <a:effectLst/>
              <a:uLnTx/>
              <a:uFillTx/>
              <a:latin typeface="Gill Sans Std"/>
              <a:ea typeface="+mn-ea"/>
              <a:cs typeface="+mn-cs"/>
            </a:endParaRPr>
          </a:p>
        </p:txBody>
      </p:sp>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bg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bg1">
                    <a:lumMod val="9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3"/>
          <a:stretch>
            <a:fillRect/>
          </a:stretch>
        </p:blipFill>
        <p:spPr>
          <a:xfrm>
            <a:off x="1" y="6400083"/>
            <a:ext cx="2133600" cy="321392"/>
          </a:xfrm>
          <a:prstGeom prst="rect">
            <a:avLst/>
          </a:prstGeom>
        </p:spPr>
      </p:pic>
    </p:spTree>
    <p:extLst>
      <p:ext uri="{BB962C8B-B14F-4D97-AF65-F5344CB8AC3E}">
        <p14:creationId xmlns:p14="http://schemas.microsoft.com/office/powerpoint/2010/main" val="2961596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Rubrik och innehåll">
    <p:spTree>
      <p:nvGrpSpPr>
        <p:cNvPr id="1" name=""/>
        <p:cNvGrpSpPr/>
        <p:nvPr/>
      </p:nvGrpSpPr>
      <p:grpSpPr>
        <a:xfrm>
          <a:off x="0" y="0"/>
          <a:ext cx="0" cy="0"/>
          <a:chOff x="0" y="0"/>
          <a:chExt cx="0" cy="0"/>
        </a:xfrm>
      </p:grpSpPr>
      <p:pic>
        <p:nvPicPr>
          <p:cNvPr id="9" name="Bildobjekt 8" descr="HH_ENG_Liggande.png">
            <a:extLst>
              <a:ext uri="{FF2B5EF4-FFF2-40B4-BE49-F238E27FC236}">
                <a16:creationId xmlns:a16="http://schemas.microsoft.com/office/drawing/2014/main" id="{B16A15D1-E503-D946-9917-69552DEB0EDE}"/>
              </a:ext>
            </a:extLst>
          </p:cNvPr>
          <p:cNvPicPr>
            <a:picLocks/>
          </p:cNvPicPr>
          <p:nvPr userDrawn="1"/>
        </p:nvPicPr>
        <p:blipFill>
          <a:blip r:embed="rId2"/>
          <a:stretch>
            <a:fillRect/>
          </a:stretch>
        </p:blipFill>
        <p:spPr>
          <a:xfrm>
            <a:off x="609600" y="6102007"/>
            <a:ext cx="1755534" cy="571969"/>
          </a:xfrm>
          <a:prstGeom prst="rect">
            <a:avLst/>
          </a:prstGeom>
        </p:spPr>
      </p:pic>
      <p:pic>
        <p:nvPicPr>
          <p:cNvPr id="7" name="Bildobjekt 6">
            <a:extLst>
              <a:ext uri="{FF2B5EF4-FFF2-40B4-BE49-F238E27FC236}">
                <a16:creationId xmlns:a16="http://schemas.microsoft.com/office/drawing/2014/main" id="{3373C4ED-6679-DB47-8871-BD6CA2C7D132}"/>
              </a:ext>
            </a:extLst>
          </p:cNvPr>
          <p:cNvPicPr>
            <a:picLocks noChangeAspect="1"/>
          </p:cNvPicPr>
          <p:nvPr userDrawn="1"/>
        </p:nvPicPr>
        <p:blipFill rotWithShape="1">
          <a:blip r:embed="rId3"/>
          <a:srcRect r="32260"/>
          <a:stretch/>
        </p:blipFill>
        <p:spPr>
          <a:xfrm>
            <a:off x="8630371" y="2019300"/>
            <a:ext cx="3561629" cy="4838700"/>
          </a:xfrm>
          <a:prstGeom prst="rect">
            <a:avLst/>
          </a:prstGeom>
        </p:spPr>
      </p:pic>
      <p:sp>
        <p:nvSpPr>
          <p:cNvPr id="6" name="Platshållare för bildnummer 5"/>
          <p:cNvSpPr>
            <a:spLocks noGrp="1"/>
          </p:cNvSpPr>
          <p:nvPr>
            <p:ph type="sldNum" sz="quarter" idx="12"/>
          </p:nvPr>
        </p:nvSpPr>
        <p:spPr>
          <a:xfrm>
            <a:off x="7926079"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
        <p:nvSpPr>
          <p:cNvPr id="11" name="Platshållare för datum 3">
            <a:extLst>
              <a:ext uri="{FF2B5EF4-FFF2-40B4-BE49-F238E27FC236}">
                <a16:creationId xmlns:a16="http://schemas.microsoft.com/office/drawing/2014/main" id="{F074B5AF-0478-DD46-8C59-2FEDACDE5361}"/>
              </a:ext>
            </a:extLst>
          </p:cNvPr>
          <p:cNvSpPr>
            <a:spLocks noGrp="1"/>
          </p:cNvSpPr>
          <p:nvPr>
            <p:ph type="dt" sz="half" idx="10"/>
          </p:nvPr>
        </p:nvSpPr>
        <p:spPr>
          <a:xfrm>
            <a:off x="2504661" y="6356352"/>
            <a:ext cx="1296374"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12" name="Platshållare för sidfot 4">
            <a:extLst>
              <a:ext uri="{FF2B5EF4-FFF2-40B4-BE49-F238E27FC236}">
                <a16:creationId xmlns:a16="http://schemas.microsoft.com/office/drawing/2014/main" id="{F8B48D44-9E04-7F41-8F1F-8F7C17E73695}"/>
              </a:ext>
            </a:extLst>
          </p:cNvPr>
          <p:cNvSpPr>
            <a:spLocks noGrp="1"/>
          </p:cNvSpPr>
          <p:nvPr>
            <p:ph type="ftr" sz="quarter" idx="11"/>
          </p:nvPr>
        </p:nvSpPr>
        <p:spPr>
          <a:xfrm>
            <a:off x="3885139" y="6356352"/>
            <a:ext cx="3956836" cy="365125"/>
          </a:xfrm>
        </p:spPr>
        <p:txBody>
          <a:bodyPr/>
          <a:lstStyle/>
          <a:p>
            <a:endParaRPr lang="sv-SE">
              <a:solidFill>
                <a:prstClr val="black">
                  <a:tint val="75000"/>
                </a:prstClr>
              </a:solidFill>
            </a:endParaRPr>
          </a:p>
        </p:txBody>
      </p:sp>
      <p:sp>
        <p:nvSpPr>
          <p:cNvPr id="10" name="Rubrik 1">
            <a:extLst>
              <a:ext uri="{FF2B5EF4-FFF2-40B4-BE49-F238E27FC236}">
                <a16:creationId xmlns:a16="http://schemas.microsoft.com/office/drawing/2014/main" id="{0631A018-EFDF-CF49-AA19-28D98758B604}"/>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8482BDCE-9001-7E41-B552-712AE05CD53D}"/>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Tree>
    <p:extLst>
      <p:ext uri="{BB962C8B-B14F-4D97-AF65-F5344CB8AC3E}">
        <p14:creationId xmlns:p14="http://schemas.microsoft.com/office/powerpoint/2010/main" val="151718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Rubrik och innehåll">
    <p:spTree>
      <p:nvGrpSpPr>
        <p:cNvPr id="1" name=""/>
        <p:cNvGrpSpPr/>
        <p:nvPr/>
      </p:nvGrpSpPr>
      <p:grpSpPr>
        <a:xfrm>
          <a:off x="0" y="0"/>
          <a:ext cx="0" cy="0"/>
          <a:chOff x="0" y="0"/>
          <a:chExt cx="0" cy="0"/>
        </a:xfrm>
      </p:grpSpPr>
      <p:pic>
        <p:nvPicPr>
          <p:cNvPr id="7" name="Bildobjekt 6">
            <a:extLst>
              <a:ext uri="{FF2B5EF4-FFF2-40B4-BE49-F238E27FC236}">
                <a16:creationId xmlns:a16="http://schemas.microsoft.com/office/drawing/2014/main" id="{3373C4ED-6679-DB47-8871-BD6CA2C7D132}"/>
              </a:ext>
            </a:extLst>
          </p:cNvPr>
          <p:cNvPicPr>
            <a:picLocks noChangeAspect="1"/>
          </p:cNvPicPr>
          <p:nvPr userDrawn="1"/>
        </p:nvPicPr>
        <p:blipFill rotWithShape="1">
          <a:blip r:embed="rId2"/>
          <a:srcRect r="32260"/>
          <a:stretch/>
        </p:blipFill>
        <p:spPr>
          <a:xfrm>
            <a:off x="8630371" y="2019300"/>
            <a:ext cx="3561629" cy="4838700"/>
          </a:xfrm>
          <a:prstGeom prst="rect">
            <a:avLst/>
          </a:prstGeom>
        </p:spPr>
      </p:pic>
      <p:sp>
        <p:nvSpPr>
          <p:cNvPr id="4" name="Platshållare för datum 3"/>
          <p:cNvSpPr>
            <a:spLocks noGrp="1"/>
          </p:cNvSpPr>
          <p:nvPr>
            <p:ph type="dt" sz="half" idx="10"/>
          </p:nvPr>
        </p:nvSpPr>
        <p:spPr>
          <a:xfrm>
            <a:off x="2504661" y="6356352"/>
            <a:ext cx="1296374"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a:xfrm>
            <a:off x="3885139" y="6356352"/>
            <a:ext cx="3956836" cy="365125"/>
          </a:xfrm>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a:xfrm>
            <a:off x="7926079" y="6364775"/>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
        <p:nvSpPr>
          <p:cNvPr id="10" name="Rubrik 8">
            <a:extLst>
              <a:ext uri="{FF2B5EF4-FFF2-40B4-BE49-F238E27FC236}">
                <a16:creationId xmlns:a16="http://schemas.microsoft.com/office/drawing/2014/main" id="{26B849E8-3695-294A-BAD7-2ADD059E0E91}"/>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9" name="Platshållare för innehåll 2">
            <a:extLst>
              <a:ext uri="{FF2B5EF4-FFF2-40B4-BE49-F238E27FC236}">
                <a16:creationId xmlns:a16="http://schemas.microsoft.com/office/drawing/2014/main" id="{050CEBC1-5980-894E-B070-0BC0806649EC}"/>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A1AEA92B-04E8-0C4B-8625-E0E9DEA07981}"/>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48688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Rubrik och innehåll">
    <p:spTree>
      <p:nvGrpSpPr>
        <p:cNvPr id="1" name=""/>
        <p:cNvGrpSpPr/>
        <p:nvPr/>
      </p:nvGrpSpPr>
      <p:grpSpPr>
        <a:xfrm>
          <a:off x="0" y="0"/>
          <a:ext cx="0" cy="0"/>
          <a:chOff x="0" y="0"/>
          <a:chExt cx="0" cy="0"/>
        </a:xfrm>
      </p:grpSpPr>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2AE1E04F-D359-F341-9FF0-DC216794DA39}"/>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9" name="Rubrik 1">
            <a:extLst>
              <a:ext uri="{FF2B5EF4-FFF2-40B4-BE49-F238E27FC236}">
                <a16:creationId xmlns:a16="http://schemas.microsoft.com/office/drawing/2014/main" id="{9A7FBF6D-719B-5C47-95E6-43620EB94D24}"/>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2" name="Platshållare för innehåll 2">
            <a:extLst>
              <a:ext uri="{FF2B5EF4-FFF2-40B4-BE49-F238E27FC236}">
                <a16:creationId xmlns:a16="http://schemas.microsoft.com/office/drawing/2014/main" id="{43368CCE-35FC-AF42-A169-4D8E77DF8EC6}"/>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CD4F357F-C84C-3F47-ACDC-E3C75CF15023}"/>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480017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Rubrik och innehåll">
    <p:spTree>
      <p:nvGrpSpPr>
        <p:cNvPr id="1" name=""/>
        <p:cNvGrpSpPr/>
        <p:nvPr/>
      </p:nvGrpSpPr>
      <p:grpSpPr>
        <a:xfrm>
          <a:off x="0" y="0"/>
          <a:ext cx="0" cy="0"/>
          <a:chOff x="0" y="0"/>
          <a:chExt cx="0" cy="0"/>
        </a:xfrm>
      </p:grpSpPr>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2AE1E04F-D359-F341-9FF0-DC216794DA39}"/>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9" name="Rubrik 8">
            <a:extLst>
              <a:ext uri="{FF2B5EF4-FFF2-40B4-BE49-F238E27FC236}">
                <a16:creationId xmlns:a16="http://schemas.microsoft.com/office/drawing/2014/main" id="{7272C367-7C56-5B40-AA46-4385B1E962E8}"/>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0" name="Platshållare för innehåll 2">
            <a:extLst>
              <a:ext uri="{FF2B5EF4-FFF2-40B4-BE49-F238E27FC236}">
                <a16:creationId xmlns:a16="http://schemas.microsoft.com/office/drawing/2014/main" id="{8F045D84-9B80-6448-A3BC-501EBC982EFB}"/>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68EAF8F5-9B88-0146-9809-126FE8FB2F29}"/>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2416673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Rubrikbild - Vit">
    <p:spTree>
      <p:nvGrpSpPr>
        <p:cNvPr id="1" name=""/>
        <p:cNvGrpSpPr/>
        <p:nvPr/>
      </p:nvGrpSpPr>
      <p:grpSpPr>
        <a:xfrm>
          <a:off x="0" y="0"/>
          <a:ext cx="0" cy="0"/>
          <a:chOff x="0" y="0"/>
          <a:chExt cx="0" cy="0"/>
        </a:xfrm>
      </p:grpSpPr>
      <p:pic>
        <p:nvPicPr>
          <p:cNvPr id="10" name="Bildobjekt 9">
            <a:extLst>
              <a:ext uri="{FF2B5EF4-FFF2-40B4-BE49-F238E27FC236}">
                <a16:creationId xmlns:a16="http://schemas.microsoft.com/office/drawing/2014/main" id="{16A256E0-450C-4F4D-A8C8-5AECFBF87F7E}"/>
              </a:ext>
            </a:extLst>
          </p:cNvPr>
          <p:cNvPicPr>
            <a:picLocks noChangeAspect="1"/>
          </p:cNvPicPr>
          <p:nvPr userDrawn="1"/>
        </p:nvPicPr>
        <p:blipFill rotWithShape="1">
          <a:blip r:embed="rId2"/>
          <a:srcRect l="-4228" r="40067"/>
          <a:stretch/>
        </p:blipFill>
        <p:spPr>
          <a:xfrm>
            <a:off x="5591810" y="-10505"/>
            <a:ext cx="6600190" cy="6858000"/>
          </a:xfrm>
          <a:prstGeom prst="rect">
            <a:avLst/>
          </a:prstGeom>
        </p:spPr>
      </p:pic>
      <p:sp>
        <p:nvSpPr>
          <p:cNvPr id="15" name="Rektangel 14">
            <a:extLst>
              <a:ext uri="{FF2B5EF4-FFF2-40B4-BE49-F238E27FC236}">
                <a16:creationId xmlns:a16="http://schemas.microsoft.com/office/drawing/2014/main" id="{0E9DC48A-A429-D746-92D5-ADF6B4102B38}"/>
              </a:ext>
            </a:extLst>
          </p:cNvPr>
          <p:cNvSpPr/>
          <p:nvPr userDrawn="1"/>
        </p:nvSpPr>
        <p:spPr>
          <a:xfrm>
            <a:off x="5901811" y="-15758"/>
            <a:ext cx="9405304" cy="6868505"/>
          </a:xfrm>
          <a:prstGeom prst="rect">
            <a:avLst/>
          </a:prstGeom>
          <a:gradFill>
            <a:gsLst>
              <a:gs pos="12000">
                <a:schemeClr val="bg1"/>
              </a:gs>
              <a:gs pos="80000">
                <a:schemeClr val="bg1">
                  <a:alpha val="6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6" name="Platshållare för datum 3">
            <a:extLst>
              <a:ext uri="{FF2B5EF4-FFF2-40B4-BE49-F238E27FC236}">
                <a16:creationId xmlns:a16="http://schemas.microsoft.com/office/drawing/2014/main" id="{2116E295-AF41-3246-9B3A-9526B353610A}"/>
              </a:ext>
            </a:extLst>
          </p:cNvPr>
          <p:cNvSpPr>
            <a:spLocks noGrp="1"/>
          </p:cNvSpPr>
          <p:nvPr>
            <p:ph type="dt" sz="half" idx="10"/>
          </p:nvPr>
        </p:nvSpPr>
        <p:spPr>
          <a:xfrm>
            <a:off x="2360564" y="6356352"/>
            <a:ext cx="1509941"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17" name="Platshållare för sidfot 4">
            <a:extLst>
              <a:ext uri="{FF2B5EF4-FFF2-40B4-BE49-F238E27FC236}">
                <a16:creationId xmlns:a16="http://schemas.microsoft.com/office/drawing/2014/main" id="{43CA1DA4-2329-474E-B4CA-E4EEB358688C}"/>
              </a:ext>
            </a:extLst>
          </p:cNvPr>
          <p:cNvSpPr>
            <a:spLocks noGrp="1"/>
          </p:cNvSpPr>
          <p:nvPr>
            <p:ph type="ftr" sz="quarter" idx="11"/>
          </p:nvPr>
        </p:nvSpPr>
        <p:spPr>
          <a:xfrm>
            <a:off x="3954608" y="6356352"/>
            <a:ext cx="5012653" cy="365125"/>
          </a:xfrm>
        </p:spPr>
        <p:txBody>
          <a:bodyPr/>
          <a:lstStyle/>
          <a:p>
            <a:endParaRPr lang="sv-SE">
              <a:solidFill>
                <a:prstClr val="black">
                  <a:tint val="75000"/>
                </a:prstClr>
              </a:solidFill>
            </a:endParaRPr>
          </a:p>
        </p:txBody>
      </p:sp>
      <p:sp>
        <p:nvSpPr>
          <p:cNvPr id="18" name="Platshållare för bildnummer 5">
            <a:extLst>
              <a:ext uri="{FF2B5EF4-FFF2-40B4-BE49-F238E27FC236}">
                <a16:creationId xmlns:a16="http://schemas.microsoft.com/office/drawing/2014/main" id="{F0D02042-85F6-2D47-B04D-0E40E9EFF786}"/>
              </a:ext>
            </a:extLst>
          </p:cNvPr>
          <p:cNvSpPr>
            <a:spLocks noGrp="1"/>
          </p:cNvSpPr>
          <p:nvPr>
            <p:ph type="sldNum" sz="quarter" idx="12"/>
          </p:nvPr>
        </p:nvSpPr>
        <p:spPr>
          <a:xfrm>
            <a:off x="9051364"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9" name="Bildobjekt 18" descr="Sidfot_lång.png">
            <a:extLst>
              <a:ext uri="{FF2B5EF4-FFF2-40B4-BE49-F238E27FC236}">
                <a16:creationId xmlns:a16="http://schemas.microsoft.com/office/drawing/2014/main" id="{5045EBB1-4305-C546-B814-D0CC71D44470}"/>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2" name="Rubrik 1">
            <a:extLst>
              <a:ext uri="{FF2B5EF4-FFF2-40B4-BE49-F238E27FC236}">
                <a16:creationId xmlns:a16="http://schemas.microsoft.com/office/drawing/2014/main" id="{DEE08742-FD15-5441-BFBB-B7CF67DFAF47}"/>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1336E3BC-86BC-3847-A190-69E37FD6092E}"/>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21" name="Bildobjekt 20" descr="En bild som visar text&#10;&#10;Automatiskt genererad beskrivning">
            <a:extLst>
              <a:ext uri="{FF2B5EF4-FFF2-40B4-BE49-F238E27FC236}">
                <a16:creationId xmlns:a16="http://schemas.microsoft.com/office/drawing/2014/main" id="{5F7897CC-0C06-8B4B-94B4-9C65B8DA237F}"/>
              </a:ext>
            </a:extLst>
          </p:cNvPr>
          <p:cNvPicPr>
            <a:picLocks noChangeAspect="1"/>
          </p:cNvPicPr>
          <p:nvPr userDrawn="1"/>
        </p:nvPicPr>
        <p:blipFill>
          <a:blip r:embed="rId4"/>
          <a:stretch>
            <a:fillRect/>
          </a:stretch>
        </p:blipFill>
        <p:spPr>
          <a:xfrm>
            <a:off x="10098157" y="6087011"/>
            <a:ext cx="1753878" cy="575768"/>
          </a:xfrm>
          <a:prstGeom prst="rect">
            <a:avLst/>
          </a:prstGeom>
        </p:spPr>
      </p:pic>
    </p:spTree>
    <p:extLst>
      <p:ext uri="{BB962C8B-B14F-4D97-AF65-F5344CB8AC3E}">
        <p14:creationId xmlns:p14="http://schemas.microsoft.com/office/powerpoint/2010/main" val="3309650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Rubrikbild - Vit">
    <p:spTree>
      <p:nvGrpSpPr>
        <p:cNvPr id="1" name=""/>
        <p:cNvGrpSpPr/>
        <p:nvPr/>
      </p:nvGrpSpPr>
      <p:grpSpPr>
        <a:xfrm>
          <a:off x="0" y="0"/>
          <a:ext cx="0" cy="0"/>
          <a:chOff x="0" y="0"/>
          <a:chExt cx="0" cy="0"/>
        </a:xfrm>
      </p:grpSpPr>
      <p:pic>
        <p:nvPicPr>
          <p:cNvPr id="10" name="Bildobjekt 9">
            <a:extLst>
              <a:ext uri="{FF2B5EF4-FFF2-40B4-BE49-F238E27FC236}">
                <a16:creationId xmlns:a16="http://schemas.microsoft.com/office/drawing/2014/main" id="{16A256E0-450C-4F4D-A8C8-5AECFBF87F7E}"/>
              </a:ext>
            </a:extLst>
          </p:cNvPr>
          <p:cNvPicPr>
            <a:picLocks noChangeAspect="1"/>
          </p:cNvPicPr>
          <p:nvPr userDrawn="1"/>
        </p:nvPicPr>
        <p:blipFill rotWithShape="1">
          <a:blip r:embed="rId2"/>
          <a:srcRect l="-4228" r="40067"/>
          <a:stretch/>
        </p:blipFill>
        <p:spPr>
          <a:xfrm>
            <a:off x="5591810" y="-10505"/>
            <a:ext cx="6600190" cy="6858000"/>
          </a:xfrm>
          <a:prstGeom prst="rect">
            <a:avLst/>
          </a:prstGeom>
        </p:spPr>
      </p:pic>
      <p:sp>
        <p:nvSpPr>
          <p:cNvPr id="15" name="Rektangel 14">
            <a:extLst>
              <a:ext uri="{FF2B5EF4-FFF2-40B4-BE49-F238E27FC236}">
                <a16:creationId xmlns:a16="http://schemas.microsoft.com/office/drawing/2014/main" id="{0E9DC48A-A429-D746-92D5-ADF6B4102B38}"/>
              </a:ext>
            </a:extLst>
          </p:cNvPr>
          <p:cNvSpPr/>
          <p:nvPr userDrawn="1"/>
        </p:nvSpPr>
        <p:spPr>
          <a:xfrm>
            <a:off x="5901811" y="-15758"/>
            <a:ext cx="9405304" cy="6868505"/>
          </a:xfrm>
          <a:prstGeom prst="rect">
            <a:avLst/>
          </a:prstGeom>
          <a:gradFill>
            <a:gsLst>
              <a:gs pos="12000">
                <a:schemeClr val="bg1"/>
              </a:gs>
              <a:gs pos="80000">
                <a:schemeClr val="bg1">
                  <a:alpha val="63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6" name="Platshållare för datum 3">
            <a:extLst>
              <a:ext uri="{FF2B5EF4-FFF2-40B4-BE49-F238E27FC236}">
                <a16:creationId xmlns:a16="http://schemas.microsoft.com/office/drawing/2014/main" id="{2116E295-AF41-3246-9B3A-9526B353610A}"/>
              </a:ext>
            </a:extLst>
          </p:cNvPr>
          <p:cNvSpPr>
            <a:spLocks noGrp="1"/>
          </p:cNvSpPr>
          <p:nvPr>
            <p:ph type="dt" sz="half" idx="10"/>
          </p:nvPr>
        </p:nvSpPr>
        <p:spPr>
          <a:xfrm>
            <a:off x="2360564" y="6356352"/>
            <a:ext cx="1509941"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17" name="Platshållare för sidfot 4">
            <a:extLst>
              <a:ext uri="{FF2B5EF4-FFF2-40B4-BE49-F238E27FC236}">
                <a16:creationId xmlns:a16="http://schemas.microsoft.com/office/drawing/2014/main" id="{43CA1DA4-2329-474E-B4CA-E4EEB358688C}"/>
              </a:ext>
            </a:extLst>
          </p:cNvPr>
          <p:cNvSpPr>
            <a:spLocks noGrp="1"/>
          </p:cNvSpPr>
          <p:nvPr>
            <p:ph type="ftr" sz="quarter" idx="11"/>
          </p:nvPr>
        </p:nvSpPr>
        <p:spPr>
          <a:xfrm>
            <a:off x="3954608" y="6356352"/>
            <a:ext cx="5012653" cy="365125"/>
          </a:xfrm>
        </p:spPr>
        <p:txBody>
          <a:bodyPr/>
          <a:lstStyle/>
          <a:p>
            <a:endParaRPr lang="sv-SE">
              <a:solidFill>
                <a:prstClr val="black">
                  <a:tint val="75000"/>
                </a:prstClr>
              </a:solidFill>
            </a:endParaRPr>
          </a:p>
        </p:txBody>
      </p:sp>
      <p:sp>
        <p:nvSpPr>
          <p:cNvPr id="18" name="Platshållare för bildnummer 5">
            <a:extLst>
              <a:ext uri="{FF2B5EF4-FFF2-40B4-BE49-F238E27FC236}">
                <a16:creationId xmlns:a16="http://schemas.microsoft.com/office/drawing/2014/main" id="{F0D02042-85F6-2D47-B04D-0E40E9EFF786}"/>
              </a:ext>
            </a:extLst>
          </p:cNvPr>
          <p:cNvSpPr>
            <a:spLocks noGrp="1"/>
          </p:cNvSpPr>
          <p:nvPr>
            <p:ph type="sldNum" sz="quarter" idx="12"/>
          </p:nvPr>
        </p:nvSpPr>
        <p:spPr>
          <a:xfrm>
            <a:off x="9051364" y="6356352"/>
            <a:ext cx="819741" cy="365125"/>
          </a:xfrm>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9" name="Bildobjekt 18" descr="Sidfot_lång.png">
            <a:extLst>
              <a:ext uri="{FF2B5EF4-FFF2-40B4-BE49-F238E27FC236}">
                <a16:creationId xmlns:a16="http://schemas.microsoft.com/office/drawing/2014/main" id="{5045EBB1-4305-C546-B814-D0CC71D44470}"/>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3" name="Rubrik 8">
            <a:extLst>
              <a:ext uri="{FF2B5EF4-FFF2-40B4-BE49-F238E27FC236}">
                <a16:creationId xmlns:a16="http://schemas.microsoft.com/office/drawing/2014/main" id="{3E036DF6-7BB5-3249-BDEE-375246E127C0}"/>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4" name="Platshållare för innehåll 2">
            <a:extLst>
              <a:ext uri="{FF2B5EF4-FFF2-40B4-BE49-F238E27FC236}">
                <a16:creationId xmlns:a16="http://schemas.microsoft.com/office/drawing/2014/main" id="{A9BE2B51-3814-9540-9D0C-03C070DFADD9}"/>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2" name="Bildobjekt 11" descr="En bild som visar text&#10;&#10;Automatiskt genererad beskrivning">
            <a:extLst>
              <a:ext uri="{FF2B5EF4-FFF2-40B4-BE49-F238E27FC236}">
                <a16:creationId xmlns:a16="http://schemas.microsoft.com/office/drawing/2014/main" id="{32FF03DE-9A14-8D49-A5A5-AC4E009DD447}"/>
              </a:ext>
            </a:extLst>
          </p:cNvPr>
          <p:cNvPicPr>
            <a:picLocks noChangeAspect="1"/>
          </p:cNvPicPr>
          <p:nvPr userDrawn="1"/>
        </p:nvPicPr>
        <p:blipFill>
          <a:blip r:embed="rId4"/>
          <a:stretch>
            <a:fillRect/>
          </a:stretch>
        </p:blipFill>
        <p:spPr>
          <a:xfrm>
            <a:off x="10098157" y="6087011"/>
            <a:ext cx="1753878" cy="575768"/>
          </a:xfrm>
          <a:prstGeom prst="rect">
            <a:avLst/>
          </a:prstGeom>
        </p:spPr>
      </p:pic>
    </p:spTree>
    <p:extLst>
      <p:ext uri="{BB962C8B-B14F-4D97-AF65-F5344CB8AC3E}">
        <p14:creationId xmlns:p14="http://schemas.microsoft.com/office/powerpoint/2010/main" val="3791817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Rubrikbild - Vit">
    <p:spTree>
      <p:nvGrpSpPr>
        <p:cNvPr id="1" name=""/>
        <p:cNvGrpSpPr/>
        <p:nvPr/>
      </p:nvGrpSpPr>
      <p:grpSpPr>
        <a:xfrm>
          <a:off x="0" y="0"/>
          <a:ext cx="0" cy="0"/>
          <a:chOff x="0" y="0"/>
          <a:chExt cx="0" cy="0"/>
        </a:xfrm>
      </p:grpSpPr>
      <p:pic>
        <p:nvPicPr>
          <p:cNvPr id="9" name="Bildobjekt 8" descr="En bild som visar kopp, glasögon, bord, orange&#10;&#10;Automatiskt genererad beskrivning">
            <a:extLst>
              <a:ext uri="{FF2B5EF4-FFF2-40B4-BE49-F238E27FC236}">
                <a16:creationId xmlns:a16="http://schemas.microsoft.com/office/drawing/2014/main" id="{27CAB7D5-26D9-8342-AB50-F73FA45F032A}"/>
              </a:ext>
            </a:extLst>
          </p:cNvPr>
          <p:cNvPicPr>
            <a:picLocks noChangeAspect="1"/>
          </p:cNvPicPr>
          <p:nvPr userDrawn="1"/>
        </p:nvPicPr>
        <p:blipFill rotWithShape="1">
          <a:blip r:embed="rId2"/>
          <a:srcRect l="17974"/>
          <a:stretch/>
        </p:blipFill>
        <p:spPr>
          <a:xfrm>
            <a:off x="4996543" y="0"/>
            <a:ext cx="7195457" cy="6858000"/>
          </a:xfrm>
          <a:prstGeom prst="rect">
            <a:avLst/>
          </a:prstGeom>
        </p:spPr>
      </p:pic>
      <p:sp>
        <p:nvSpPr>
          <p:cNvPr id="10" name="Rektangel 9">
            <a:extLst>
              <a:ext uri="{FF2B5EF4-FFF2-40B4-BE49-F238E27FC236}">
                <a16:creationId xmlns:a16="http://schemas.microsoft.com/office/drawing/2014/main" id="{187768E0-C9BE-0945-910D-AC61EA4A6BA0}"/>
              </a:ext>
            </a:extLst>
          </p:cNvPr>
          <p:cNvSpPr/>
          <p:nvPr userDrawn="1"/>
        </p:nvSpPr>
        <p:spPr>
          <a:xfrm>
            <a:off x="4711281" y="0"/>
            <a:ext cx="9285534" cy="6858000"/>
          </a:xfrm>
          <a:prstGeom prst="rect">
            <a:avLst/>
          </a:prstGeom>
          <a:gradFill>
            <a:gsLst>
              <a:gs pos="23000">
                <a:schemeClr val="bg1"/>
              </a:gs>
              <a:gs pos="8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5" name="Platshållare för datum 3">
            <a:extLst>
              <a:ext uri="{FF2B5EF4-FFF2-40B4-BE49-F238E27FC236}">
                <a16:creationId xmlns:a16="http://schemas.microsoft.com/office/drawing/2014/main" id="{97F63E15-4BC2-7D4E-8A47-48B77EAF0898}"/>
              </a:ext>
            </a:extLst>
          </p:cNvPr>
          <p:cNvSpPr>
            <a:spLocks noGrp="1"/>
          </p:cNvSpPr>
          <p:nvPr>
            <p:ph type="dt" sz="half" idx="10"/>
          </p:nvPr>
        </p:nvSpPr>
        <p:spPr>
          <a:xfrm>
            <a:off x="2650396" y="6356352"/>
            <a:ext cx="1509941"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16" name="Platshållare för sidfot 4">
            <a:extLst>
              <a:ext uri="{FF2B5EF4-FFF2-40B4-BE49-F238E27FC236}">
                <a16:creationId xmlns:a16="http://schemas.microsoft.com/office/drawing/2014/main" id="{F1A56F6E-4B64-E443-BE9A-4A88612F5B7E}"/>
              </a:ext>
            </a:extLst>
          </p:cNvPr>
          <p:cNvSpPr>
            <a:spLocks noGrp="1"/>
          </p:cNvSpPr>
          <p:nvPr>
            <p:ph type="ftr" sz="quarter" idx="11"/>
          </p:nvPr>
        </p:nvSpPr>
        <p:spPr>
          <a:xfrm>
            <a:off x="4244440" y="6356352"/>
            <a:ext cx="5012653" cy="365125"/>
          </a:xfrm>
        </p:spPr>
        <p:txBody>
          <a:bodyPr/>
          <a:lstStyle/>
          <a:p>
            <a:endParaRPr lang="sv-SE">
              <a:solidFill>
                <a:prstClr val="black">
                  <a:tint val="75000"/>
                </a:prstClr>
              </a:solidFill>
            </a:endParaRPr>
          </a:p>
        </p:txBody>
      </p:sp>
      <p:sp>
        <p:nvSpPr>
          <p:cNvPr id="11" name="Rubrik 1">
            <a:extLst>
              <a:ext uri="{FF2B5EF4-FFF2-40B4-BE49-F238E27FC236}">
                <a16:creationId xmlns:a16="http://schemas.microsoft.com/office/drawing/2014/main" id="{B5FC6DF5-BE4A-0C48-B7AB-3DB27BAFFA81}"/>
              </a:ext>
            </a:extLst>
          </p:cNvPr>
          <p:cNvSpPr>
            <a:spLocks noGrp="1"/>
          </p:cNvSpPr>
          <p:nvPr>
            <p:ph type="title"/>
          </p:nvPr>
        </p:nvSpPr>
        <p:spPr>
          <a:xfrm>
            <a:off x="609599" y="596348"/>
            <a:ext cx="11158331"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2" name="Platshållare för innehåll 2">
            <a:extLst>
              <a:ext uri="{FF2B5EF4-FFF2-40B4-BE49-F238E27FC236}">
                <a16:creationId xmlns:a16="http://schemas.microsoft.com/office/drawing/2014/main" id="{49D301F5-C281-A747-ACF4-726D4CB3C339}"/>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3" name="Bildobjekt 12" descr="HH_ENG_Liggande.png">
            <a:extLst>
              <a:ext uri="{FF2B5EF4-FFF2-40B4-BE49-F238E27FC236}">
                <a16:creationId xmlns:a16="http://schemas.microsoft.com/office/drawing/2014/main" id="{FA01EF26-AE41-E44E-950B-70B8F08ED2F3}"/>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2403939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Rubrikbild - Vit">
    <p:spTree>
      <p:nvGrpSpPr>
        <p:cNvPr id="1" name=""/>
        <p:cNvGrpSpPr/>
        <p:nvPr/>
      </p:nvGrpSpPr>
      <p:grpSpPr>
        <a:xfrm>
          <a:off x="0" y="0"/>
          <a:ext cx="0" cy="0"/>
          <a:chOff x="0" y="0"/>
          <a:chExt cx="0" cy="0"/>
        </a:xfrm>
      </p:grpSpPr>
      <p:pic>
        <p:nvPicPr>
          <p:cNvPr id="9" name="Bildobjekt 8" descr="En bild som visar kopp, glasögon, bord, orange&#10;&#10;Automatiskt genererad beskrivning">
            <a:extLst>
              <a:ext uri="{FF2B5EF4-FFF2-40B4-BE49-F238E27FC236}">
                <a16:creationId xmlns:a16="http://schemas.microsoft.com/office/drawing/2014/main" id="{27CAB7D5-26D9-8342-AB50-F73FA45F032A}"/>
              </a:ext>
            </a:extLst>
          </p:cNvPr>
          <p:cNvPicPr>
            <a:picLocks noChangeAspect="1"/>
          </p:cNvPicPr>
          <p:nvPr userDrawn="1"/>
        </p:nvPicPr>
        <p:blipFill rotWithShape="1">
          <a:blip r:embed="rId2"/>
          <a:srcRect l="17974"/>
          <a:stretch/>
        </p:blipFill>
        <p:spPr>
          <a:xfrm>
            <a:off x="4996543" y="0"/>
            <a:ext cx="7195457" cy="6858000"/>
          </a:xfrm>
          <a:prstGeom prst="rect">
            <a:avLst/>
          </a:prstGeom>
        </p:spPr>
      </p:pic>
      <p:sp>
        <p:nvSpPr>
          <p:cNvPr id="10" name="Rektangel 9">
            <a:extLst>
              <a:ext uri="{FF2B5EF4-FFF2-40B4-BE49-F238E27FC236}">
                <a16:creationId xmlns:a16="http://schemas.microsoft.com/office/drawing/2014/main" id="{187768E0-C9BE-0945-910D-AC61EA4A6BA0}"/>
              </a:ext>
            </a:extLst>
          </p:cNvPr>
          <p:cNvSpPr/>
          <p:nvPr userDrawn="1"/>
        </p:nvSpPr>
        <p:spPr>
          <a:xfrm>
            <a:off x="4711281" y="0"/>
            <a:ext cx="9285534" cy="6858000"/>
          </a:xfrm>
          <a:prstGeom prst="rect">
            <a:avLst/>
          </a:prstGeom>
          <a:gradFill>
            <a:gsLst>
              <a:gs pos="23000">
                <a:schemeClr val="bg1"/>
              </a:gs>
              <a:gs pos="8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15" name="Platshållare för datum 3">
            <a:extLst>
              <a:ext uri="{FF2B5EF4-FFF2-40B4-BE49-F238E27FC236}">
                <a16:creationId xmlns:a16="http://schemas.microsoft.com/office/drawing/2014/main" id="{97F63E15-4BC2-7D4E-8A47-48B77EAF0898}"/>
              </a:ext>
            </a:extLst>
          </p:cNvPr>
          <p:cNvSpPr>
            <a:spLocks noGrp="1"/>
          </p:cNvSpPr>
          <p:nvPr>
            <p:ph type="dt" sz="half" idx="10"/>
          </p:nvPr>
        </p:nvSpPr>
        <p:spPr>
          <a:xfrm>
            <a:off x="2650396" y="6356352"/>
            <a:ext cx="1509941" cy="365125"/>
          </a:xfrm>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16" name="Platshållare för sidfot 4">
            <a:extLst>
              <a:ext uri="{FF2B5EF4-FFF2-40B4-BE49-F238E27FC236}">
                <a16:creationId xmlns:a16="http://schemas.microsoft.com/office/drawing/2014/main" id="{F1A56F6E-4B64-E443-BE9A-4A88612F5B7E}"/>
              </a:ext>
            </a:extLst>
          </p:cNvPr>
          <p:cNvSpPr>
            <a:spLocks noGrp="1"/>
          </p:cNvSpPr>
          <p:nvPr>
            <p:ph type="ftr" sz="quarter" idx="11"/>
          </p:nvPr>
        </p:nvSpPr>
        <p:spPr>
          <a:xfrm>
            <a:off x="4244440" y="6356352"/>
            <a:ext cx="5012653" cy="365125"/>
          </a:xfrm>
        </p:spPr>
        <p:txBody>
          <a:bodyPr/>
          <a:lstStyle/>
          <a:p>
            <a:endParaRPr lang="sv-SE">
              <a:solidFill>
                <a:prstClr val="black">
                  <a:tint val="75000"/>
                </a:prstClr>
              </a:solidFill>
            </a:endParaRPr>
          </a:p>
        </p:txBody>
      </p:sp>
      <p:sp>
        <p:nvSpPr>
          <p:cNvPr id="12" name="Rubrik 8">
            <a:extLst>
              <a:ext uri="{FF2B5EF4-FFF2-40B4-BE49-F238E27FC236}">
                <a16:creationId xmlns:a16="http://schemas.microsoft.com/office/drawing/2014/main" id="{478AFD0E-646F-5841-BD35-13C65051F4A2}"/>
              </a:ext>
            </a:extLst>
          </p:cNvPr>
          <p:cNvSpPr>
            <a:spLocks noGrp="1"/>
          </p:cNvSpPr>
          <p:nvPr>
            <p:ph type="title"/>
          </p:nvPr>
        </p:nvSpPr>
        <p:spPr>
          <a:xfrm>
            <a:off x="609602" y="273600"/>
            <a:ext cx="11158332" cy="1143000"/>
          </a:xfrm>
        </p:spPr>
        <p:txBody>
          <a:bodyPr/>
          <a:lstStyle/>
          <a:p>
            <a:r>
              <a:rPr lang="en-US"/>
              <a:t>Click to edit Master title style</a:t>
            </a:r>
            <a:endParaRPr lang="sv-SE" dirty="0"/>
          </a:p>
        </p:txBody>
      </p:sp>
      <p:sp>
        <p:nvSpPr>
          <p:cNvPr id="13" name="Platshållare för innehåll 2">
            <a:extLst>
              <a:ext uri="{FF2B5EF4-FFF2-40B4-BE49-F238E27FC236}">
                <a16:creationId xmlns:a16="http://schemas.microsoft.com/office/drawing/2014/main" id="{1E511B30-AD30-6144-9CD4-47D35C5519B8}"/>
              </a:ext>
            </a:extLst>
          </p:cNvPr>
          <p:cNvSpPr>
            <a:spLocks noGrp="1"/>
          </p:cNvSpPr>
          <p:nvPr>
            <p:ph idx="1"/>
          </p:nvPr>
        </p:nvSpPr>
        <p:spPr>
          <a:xfrm>
            <a:off x="609600" y="1602000"/>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1" name="Bildobjekt 10" descr="HH_ENG_Liggande.png">
            <a:extLst>
              <a:ext uri="{FF2B5EF4-FFF2-40B4-BE49-F238E27FC236}">
                <a16:creationId xmlns:a16="http://schemas.microsoft.com/office/drawing/2014/main" id="{B3193AD7-1CFD-9D4A-B93A-52C5C53B6DE0}"/>
              </a:ext>
            </a:extLst>
          </p:cNvPr>
          <p:cNvPicPr>
            <a:picLocks/>
          </p:cNvPicPr>
          <p:nvPr userDrawn="1"/>
        </p:nvPicPr>
        <p:blipFill>
          <a:blip r:embed="rId3"/>
          <a:stretch>
            <a:fillRect/>
          </a:stretch>
        </p:blipFill>
        <p:spPr>
          <a:xfrm>
            <a:off x="609600" y="6102007"/>
            <a:ext cx="1755534" cy="571969"/>
          </a:xfrm>
          <a:prstGeom prst="rect">
            <a:avLst/>
          </a:prstGeom>
        </p:spPr>
      </p:pic>
    </p:spTree>
    <p:extLst>
      <p:ext uri="{BB962C8B-B14F-4D97-AF65-F5344CB8AC3E}">
        <p14:creationId xmlns:p14="http://schemas.microsoft.com/office/powerpoint/2010/main" val="668948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Rubrik och innehåll">
    <p:spTree>
      <p:nvGrpSpPr>
        <p:cNvPr id="1" name=""/>
        <p:cNvGrpSpPr/>
        <p:nvPr/>
      </p:nvGrpSpPr>
      <p:grpSpPr>
        <a:xfrm>
          <a:off x="0" y="0"/>
          <a:ext cx="0" cy="0"/>
          <a:chOff x="0" y="0"/>
          <a:chExt cx="0" cy="0"/>
        </a:xfrm>
      </p:grpSpPr>
      <p:pic>
        <p:nvPicPr>
          <p:cNvPr id="14" name="Bildobjekt 13">
            <a:extLst>
              <a:ext uri="{FF2B5EF4-FFF2-40B4-BE49-F238E27FC236}">
                <a16:creationId xmlns:a16="http://schemas.microsoft.com/office/drawing/2014/main" id="{A660A980-5108-9A4B-B20A-A4C84FAE92B0}"/>
              </a:ext>
            </a:extLst>
          </p:cNvPr>
          <p:cNvPicPr>
            <a:picLocks noChangeAspect="1"/>
          </p:cNvPicPr>
          <p:nvPr userDrawn="1"/>
        </p:nvPicPr>
        <p:blipFill rotWithShape="1">
          <a:blip r:embed="rId2"/>
          <a:srcRect r="8967"/>
          <a:stretch/>
        </p:blipFill>
        <p:spPr>
          <a:xfrm>
            <a:off x="266701" y="296572"/>
            <a:ext cx="11650324" cy="5735340"/>
          </a:xfrm>
          <a:prstGeom prst="rect">
            <a:avLst/>
          </a:prstGeom>
        </p:spPr>
      </p:pic>
      <p:sp>
        <p:nvSpPr>
          <p:cNvPr id="10" name="Rektangel 9">
            <a:extLst>
              <a:ext uri="{FF2B5EF4-FFF2-40B4-BE49-F238E27FC236}">
                <a16:creationId xmlns:a16="http://schemas.microsoft.com/office/drawing/2014/main" id="{05FBC07C-B818-8B44-B899-EA4A12935548}"/>
              </a:ext>
            </a:extLst>
          </p:cNvPr>
          <p:cNvSpPr/>
          <p:nvPr userDrawn="1"/>
        </p:nvSpPr>
        <p:spPr>
          <a:xfrm>
            <a:off x="586410" y="576469"/>
            <a:ext cx="11042374" cy="5168347"/>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1" name="Bildobjekt 10" descr="Sidfot_lång.png">
            <a:extLst>
              <a:ext uri="{FF2B5EF4-FFF2-40B4-BE49-F238E27FC236}">
                <a16:creationId xmlns:a16="http://schemas.microsoft.com/office/drawing/2014/main" id="{9FA153C5-0B98-204B-A1AC-E73BA663F942}"/>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3" name="Rubrik 8">
            <a:extLst>
              <a:ext uri="{FF2B5EF4-FFF2-40B4-BE49-F238E27FC236}">
                <a16:creationId xmlns:a16="http://schemas.microsoft.com/office/drawing/2014/main" id="{297D46E4-D4D1-6549-BD70-D553E9D0DAD3}"/>
              </a:ext>
            </a:extLst>
          </p:cNvPr>
          <p:cNvSpPr>
            <a:spLocks noGrp="1"/>
          </p:cNvSpPr>
          <p:nvPr>
            <p:ph type="title"/>
          </p:nvPr>
        </p:nvSpPr>
        <p:spPr>
          <a:xfrm>
            <a:off x="1033668" y="681104"/>
            <a:ext cx="10154479" cy="1143000"/>
          </a:xfrm>
        </p:spPr>
        <p:txBody>
          <a:bodyPr/>
          <a:lstStyle/>
          <a:p>
            <a:r>
              <a:rPr lang="en-US"/>
              <a:t>Click to edit Master title style</a:t>
            </a:r>
            <a:endParaRPr lang="sv-SE" dirty="0"/>
          </a:p>
        </p:txBody>
      </p:sp>
      <p:sp>
        <p:nvSpPr>
          <p:cNvPr id="15" name="Platshållare för innehåll 2">
            <a:extLst>
              <a:ext uri="{FF2B5EF4-FFF2-40B4-BE49-F238E27FC236}">
                <a16:creationId xmlns:a16="http://schemas.microsoft.com/office/drawing/2014/main" id="{4970193D-460A-1A48-8B0B-727BFC15479C}"/>
              </a:ext>
            </a:extLst>
          </p:cNvPr>
          <p:cNvSpPr>
            <a:spLocks noGrp="1"/>
          </p:cNvSpPr>
          <p:nvPr>
            <p:ph idx="1"/>
          </p:nvPr>
        </p:nvSpPr>
        <p:spPr>
          <a:xfrm>
            <a:off x="1003853" y="1756331"/>
            <a:ext cx="10154479" cy="3908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6" name="Bildobjekt 15" descr="HH_ENG_Liggande.png">
            <a:extLst>
              <a:ext uri="{FF2B5EF4-FFF2-40B4-BE49-F238E27FC236}">
                <a16:creationId xmlns:a16="http://schemas.microsoft.com/office/drawing/2014/main" id="{F25BAF3D-46C3-2A47-8962-837E733939CA}"/>
              </a:ext>
            </a:extLst>
          </p:cNvPr>
          <p:cNvPicPr>
            <a:picLocks/>
          </p:cNvPicPr>
          <p:nvPr userDrawn="1"/>
        </p:nvPicPr>
        <p:blipFill>
          <a:blip r:embed="rId4"/>
          <a:stretch>
            <a:fillRect/>
          </a:stretch>
        </p:blipFill>
        <p:spPr>
          <a:xfrm>
            <a:off x="10098706" y="6102008"/>
            <a:ext cx="1721166" cy="560772"/>
          </a:xfrm>
          <a:prstGeom prst="rect">
            <a:avLst/>
          </a:prstGeom>
        </p:spPr>
      </p:pic>
    </p:spTree>
    <p:extLst>
      <p:ext uri="{BB962C8B-B14F-4D97-AF65-F5344CB8AC3E}">
        <p14:creationId xmlns:p14="http://schemas.microsoft.com/office/powerpoint/2010/main" val="3126190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Rubrik och innehåll">
    <p:spTree>
      <p:nvGrpSpPr>
        <p:cNvPr id="1" name=""/>
        <p:cNvGrpSpPr/>
        <p:nvPr/>
      </p:nvGrpSpPr>
      <p:grpSpPr>
        <a:xfrm>
          <a:off x="0" y="0"/>
          <a:ext cx="0" cy="0"/>
          <a:chOff x="0" y="0"/>
          <a:chExt cx="0" cy="0"/>
        </a:xfrm>
      </p:grpSpPr>
      <p:pic>
        <p:nvPicPr>
          <p:cNvPr id="14" name="Bildobjekt 13">
            <a:extLst>
              <a:ext uri="{FF2B5EF4-FFF2-40B4-BE49-F238E27FC236}">
                <a16:creationId xmlns:a16="http://schemas.microsoft.com/office/drawing/2014/main" id="{A660A980-5108-9A4B-B20A-A4C84FAE92B0}"/>
              </a:ext>
            </a:extLst>
          </p:cNvPr>
          <p:cNvPicPr>
            <a:picLocks noChangeAspect="1"/>
          </p:cNvPicPr>
          <p:nvPr userDrawn="1"/>
        </p:nvPicPr>
        <p:blipFill rotWithShape="1">
          <a:blip r:embed="rId2"/>
          <a:srcRect r="8967"/>
          <a:stretch/>
        </p:blipFill>
        <p:spPr>
          <a:xfrm>
            <a:off x="266701" y="296572"/>
            <a:ext cx="11650324" cy="5735340"/>
          </a:xfrm>
          <a:prstGeom prst="rect">
            <a:avLst/>
          </a:prstGeom>
        </p:spPr>
      </p:pic>
      <p:sp>
        <p:nvSpPr>
          <p:cNvPr id="10" name="Rektangel 9">
            <a:extLst>
              <a:ext uri="{FF2B5EF4-FFF2-40B4-BE49-F238E27FC236}">
                <a16:creationId xmlns:a16="http://schemas.microsoft.com/office/drawing/2014/main" id="{05FBC07C-B818-8B44-B899-EA4A12935548}"/>
              </a:ext>
            </a:extLst>
          </p:cNvPr>
          <p:cNvSpPr/>
          <p:nvPr userDrawn="1"/>
        </p:nvSpPr>
        <p:spPr>
          <a:xfrm>
            <a:off x="266701" y="296572"/>
            <a:ext cx="11658598" cy="5735339"/>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1" name="Bildobjekt 10" descr="Sidfot_lång.png">
            <a:extLst>
              <a:ext uri="{FF2B5EF4-FFF2-40B4-BE49-F238E27FC236}">
                <a16:creationId xmlns:a16="http://schemas.microsoft.com/office/drawing/2014/main" id="{9FA153C5-0B98-204B-A1AC-E73BA663F942}"/>
              </a:ext>
            </a:extLst>
          </p:cNvPr>
          <p:cNvPicPr>
            <a:picLocks noChangeAspect="1"/>
          </p:cNvPicPr>
          <p:nvPr userDrawn="1"/>
        </p:nvPicPr>
        <p:blipFill>
          <a:blip r:embed="rId3"/>
          <a:stretch>
            <a:fillRect/>
          </a:stretch>
        </p:blipFill>
        <p:spPr>
          <a:xfrm>
            <a:off x="1" y="6400083"/>
            <a:ext cx="2133600" cy="321392"/>
          </a:xfrm>
          <a:prstGeom prst="rect">
            <a:avLst/>
          </a:prstGeom>
        </p:spPr>
      </p:pic>
      <p:sp>
        <p:nvSpPr>
          <p:cNvPr id="15" name="Rubrik 1">
            <a:extLst>
              <a:ext uri="{FF2B5EF4-FFF2-40B4-BE49-F238E27FC236}">
                <a16:creationId xmlns:a16="http://schemas.microsoft.com/office/drawing/2014/main" id="{1EE96182-BBE7-6D43-B5AA-59193F1E3514}"/>
              </a:ext>
            </a:extLst>
          </p:cNvPr>
          <p:cNvSpPr>
            <a:spLocks noGrp="1"/>
          </p:cNvSpPr>
          <p:nvPr>
            <p:ph type="title"/>
          </p:nvPr>
        </p:nvSpPr>
        <p:spPr>
          <a:xfrm>
            <a:off x="812299" y="705678"/>
            <a:ext cx="10687276" cy="591652"/>
          </a:xfrm>
          <a:solidFill>
            <a:srgbClr val="009EDF"/>
          </a:solidFill>
        </p:spPr>
        <p:txBody>
          <a:bodyPr wrap="none">
            <a:noAutofit/>
          </a:bodyPr>
          <a:lstStyle>
            <a:lvl1pPr marL="144000" indent="0">
              <a:defRPr sz="4000" u="none">
                <a:solidFill>
                  <a:schemeClr val="bg1"/>
                </a:solidFill>
              </a:defRPr>
            </a:lvl1pPr>
          </a:lstStyle>
          <a:p>
            <a:r>
              <a:rPr lang="en-US"/>
              <a:t>Click to edit Master title style</a:t>
            </a:r>
            <a:endParaRPr lang="sv-SE" dirty="0"/>
          </a:p>
        </p:txBody>
      </p:sp>
      <p:sp>
        <p:nvSpPr>
          <p:cNvPr id="16" name="Platshållare för innehåll 2">
            <a:extLst>
              <a:ext uri="{FF2B5EF4-FFF2-40B4-BE49-F238E27FC236}">
                <a16:creationId xmlns:a16="http://schemas.microsoft.com/office/drawing/2014/main" id="{08B07053-E366-B247-9C91-9BCA10640E62}"/>
              </a:ext>
            </a:extLst>
          </p:cNvPr>
          <p:cNvSpPr>
            <a:spLocks noGrp="1"/>
          </p:cNvSpPr>
          <p:nvPr>
            <p:ph idx="1"/>
          </p:nvPr>
        </p:nvSpPr>
        <p:spPr>
          <a:xfrm>
            <a:off x="812299" y="1577296"/>
            <a:ext cx="11158331" cy="452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3" name="Bildobjekt 12" descr="HH_ENG_Liggande.png">
            <a:extLst>
              <a:ext uri="{FF2B5EF4-FFF2-40B4-BE49-F238E27FC236}">
                <a16:creationId xmlns:a16="http://schemas.microsoft.com/office/drawing/2014/main" id="{D457FC39-08A6-6C4A-A6D3-5041C69A799F}"/>
              </a:ext>
            </a:extLst>
          </p:cNvPr>
          <p:cNvPicPr>
            <a:picLocks/>
          </p:cNvPicPr>
          <p:nvPr userDrawn="1"/>
        </p:nvPicPr>
        <p:blipFill>
          <a:blip r:embed="rId4"/>
          <a:stretch>
            <a:fillRect/>
          </a:stretch>
        </p:blipFill>
        <p:spPr>
          <a:xfrm>
            <a:off x="10098706" y="6102008"/>
            <a:ext cx="1721166" cy="560772"/>
          </a:xfrm>
          <a:prstGeom prst="rect">
            <a:avLst/>
          </a:prstGeom>
        </p:spPr>
      </p:pic>
    </p:spTree>
    <p:extLst>
      <p:ext uri="{BB962C8B-B14F-4D97-AF65-F5344CB8AC3E}">
        <p14:creationId xmlns:p14="http://schemas.microsoft.com/office/powerpoint/2010/main" val="34856323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3_Rubrikbild">
    <p:spTree>
      <p:nvGrpSpPr>
        <p:cNvPr id="1" name=""/>
        <p:cNvGrpSpPr/>
        <p:nvPr/>
      </p:nvGrpSpPr>
      <p:grpSpPr>
        <a:xfrm>
          <a:off x="0" y="0"/>
          <a:ext cx="0" cy="0"/>
          <a:chOff x="0" y="0"/>
          <a:chExt cx="0" cy="0"/>
        </a:xfrm>
      </p:grpSpPr>
      <p:pic>
        <p:nvPicPr>
          <p:cNvPr id="12" name="Bildobjekt 11" descr="HH_ENG_Liggande.png">
            <a:extLst>
              <a:ext uri="{FF2B5EF4-FFF2-40B4-BE49-F238E27FC236}">
                <a16:creationId xmlns:a16="http://schemas.microsoft.com/office/drawing/2014/main" id="{710AC6F1-66A8-9641-A453-2358B1715F99}"/>
              </a:ext>
            </a:extLst>
          </p:cNvPr>
          <p:cNvPicPr>
            <a:picLocks/>
          </p:cNvPicPr>
          <p:nvPr userDrawn="1"/>
        </p:nvPicPr>
        <p:blipFill>
          <a:blip r:embed="rId2"/>
          <a:stretch>
            <a:fillRect/>
          </a:stretch>
        </p:blipFill>
        <p:spPr>
          <a:xfrm>
            <a:off x="424124" y="273602"/>
            <a:ext cx="2374315" cy="776388"/>
          </a:xfrm>
          <a:prstGeom prst="rect">
            <a:avLst/>
          </a:prstGeom>
        </p:spPr>
      </p:pic>
      <p:sp>
        <p:nvSpPr>
          <p:cNvPr id="2" name="Rubrik 1"/>
          <p:cNvSpPr>
            <a:spLocks noGrp="1"/>
          </p:cNvSpPr>
          <p:nvPr>
            <p:ph type="ctrTitle"/>
          </p:nvPr>
        </p:nvSpPr>
        <p:spPr>
          <a:xfrm>
            <a:off x="914400" y="2279512"/>
            <a:ext cx="10363200" cy="1470025"/>
          </a:xfrm>
        </p:spPr>
        <p:txBody>
          <a:bodyPr/>
          <a:lstStyle>
            <a:lvl1pPr algn="ctr">
              <a:defRPr>
                <a:solidFill>
                  <a:schemeClr val="tx1"/>
                </a:solidFill>
              </a:defRPr>
            </a:lvl1pPr>
          </a:lstStyle>
          <a:p>
            <a:r>
              <a:rPr lang="en-US"/>
              <a:t>Click to edit Master title style</a:t>
            </a:r>
            <a:endParaRPr lang="sv-SE" dirty="0"/>
          </a:p>
        </p:txBody>
      </p:sp>
      <p:sp>
        <p:nvSpPr>
          <p:cNvPr id="3" name="Underrubrik 2"/>
          <p:cNvSpPr>
            <a:spLocks noGrp="1"/>
          </p:cNvSpPr>
          <p:nvPr>
            <p:ph type="subTitle" idx="1"/>
          </p:nvPr>
        </p:nvSpPr>
        <p:spPr>
          <a:xfrm>
            <a:off x="1828800" y="3766932"/>
            <a:ext cx="8534400" cy="1752600"/>
          </a:xfrm>
        </p:spPr>
        <p:txBody>
          <a:bodyPr/>
          <a:lstStyle>
            <a:lvl1pPr marL="0" indent="0" algn="ctr">
              <a:buNone/>
              <a:defRPr>
                <a:solidFill>
                  <a:schemeClr val="tx1"/>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sv-SE" dirty="0"/>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p:cNvPicPr>
            <a:picLocks noChangeAspect="1"/>
          </p:cNvPicPr>
          <p:nvPr userDrawn="1"/>
        </p:nvPicPr>
        <p:blipFill>
          <a:blip r:embed="rId3"/>
          <a:stretch>
            <a:fillRect/>
          </a:stretch>
        </p:blipFill>
        <p:spPr>
          <a:xfrm>
            <a:off x="1" y="6400083"/>
            <a:ext cx="2133600" cy="321392"/>
          </a:xfrm>
          <a:prstGeom prst="rect">
            <a:avLst/>
          </a:prstGeom>
        </p:spPr>
      </p:pic>
    </p:spTree>
    <p:extLst>
      <p:ext uri="{BB962C8B-B14F-4D97-AF65-F5344CB8AC3E}">
        <p14:creationId xmlns:p14="http://schemas.microsoft.com/office/powerpoint/2010/main" val="704690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vå innehållsdelar">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innehåll 2"/>
          <p:cNvSpPr>
            <a:spLocks noGrp="1"/>
          </p:cNvSpPr>
          <p:nvPr>
            <p:ph sz="half" idx="1"/>
          </p:nvPr>
        </p:nvSpPr>
        <p:spPr>
          <a:xfrm>
            <a:off x="609600" y="1602000"/>
            <a:ext cx="5472000" cy="4525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innehåll 3"/>
          <p:cNvSpPr>
            <a:spLocks noGrp="1"/>
          </p:cNvSpPr>
          <p:nvPr>
            <p:ph sz="half" idx="2"/>
          </p:nvPr>
        </p:nvSpPr>
        <p:spPr>
          <a:xfrm>
            <a:off x="6287080" y="1602000"/>
            <a:ext cx="5472000" cy="45252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D4C2690C-1246-2449-BDF8-AB7FBF674BC1}"/>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0" name="Bildobjekt 9" descr="HH_ENG_Liggande.png">
            <a:extLst>
              <a:ext uri="{FF2B5EF4-FFF2-40B4-BE49-F238E27FC236}">
                <a16:creationId xmlns:a16="http://schemas.microsoft.com/office/drawing/2014/main" id="{BB7799AD-A558-104F-B91C-44EF67011F21}"/>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663908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p:cNvSpPr>
            <a:spLocks noGrp="1"/>
          </p:cNvSpPr>
          <p:nvPr>
            <p:ph type="title"/>
          </p:nvPr>
        </p:nvSpPr>
        <p:spPr>
          <a:xfrm>
            <a:off x="609603" y="273600"/>
            <a:ext cx="11158332" cy="1143000"/>
          </a:xfrm>
        </p:spPr>
        <p:txBody>
          <a:bodyPr/>
          <a:lstStyle>
            <a:lvl1pPr>
              <a:defRPr/>
            </a:lvl1pPr>
          </a:lstStyle>
          <a:p>
            <a:r>
              <a:rPr lang="en-US"/>
              <a:t>Click to edit Master title style</a:t>
            </a:r>
            <a:endParaRPr lang="sv-SE" dirty="0"/>
          </a:p>
        </p:txBody>
      </p:sp>
      <p:sp>
        <p:nvSpPr>
          <p:cNvPr id="3" name="Platshållare för text 2"/>
          <p:cNvSpPr>
            <a:spLocks noGrp="1"/>
          </p:cNvSpPr>
          <p:nvPr>
            <p:ph type="body" idx="1"/>
          </p:nvPr>
        </p:nvSpPr>
        <p:spPr>
          <a:xfrm>
            <a:off x="609600" y="1485143"/>
            <a:ext cx="5472000" cy="531604"/>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Platshållare för innehåll 3"/>
          <p:cNvSpPr>
            <a:spLocks noGrp="1"/>
          </p:cNvSpPr>
          <p:nvPr>
            <p:ph sz="half" idx="2"/>
          </p:nvPr>
        </p:nvSpPr>
        <p:spPr>
          <a:xfrm>
            <a:off x="609600" y="2084400"/>
            <a:ext cx="5472000" cy="40186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p:cNvSpPr>
            <a:spLocks noGrp="1"/>
          </p:cNvSpPr>
          <p:nvPr>
            <p:ph type="body" sz="quarter" idx="3"/>
          </p:nvPr>
        </p:nvSpPr>
        <p:spPr>
          <a:xfrm>
            <a:off x="6278429" y="1485143"/>
            <a:ext cx="5472000" cy="531604"/>
          </a:xfrm>
        </p:spPr>
        <p:txBody>
          <a:bodyPr anchor="b">
            <a:normAutofit/>
          </a:bodyPr>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Platshållare för innehåll 5"/>
          <p:cNvSpPr>
            <a:spLocks noGrp="1"/>
          </p:cNvSpPr>
          <p:nvPr>
            <p:ph sz="quarter" idx="4"/>
          </p:nvPr>
        </p:nvSpPr>
        <p:spPr>
          <a:xfrm>
            <a:off x="6278429" y="2084400"/>
            <a:ext cx="5472000" cy="40186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Platshållare för datum 6"/>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8" name="Platshållare för sidfot 7"/>
          <p:cNvSpPr>
            <a:spLocks noGrp="1"/>
          </p:cNvSpPr>
          <p:nvPr>
            <p:ph type="ftr" sz="quarter" idx="11"/>
          </p:nvPr>
        </p:nvSpPr>
        <p:spPr/>
        <p:txBody>
          <a:bodyPr/>
          <a:lstStyle/>
          <a:p>
            <a:endParaRPr lang="sv-SE">
              <a:solidFill>
                <a:prstClr val="black">
                  <a:tint val="75000"/>
                </a:prstClr>
              </a:solidFill>
            </a:endParaRPr>
          </a:p>
        </p:txBody>
      </p:sp>
      <p:sp>
        <p:nvSpPr>
          <p:cNvPr id="9" name="Platshållare för bildnummer 8"/>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10" name="Bildobjekt 9" descr="Sidfot_lång.png">
            <a:extLst>
              <a:ext uri="{FF2B5EF4-FFF2-40B4-BE49-F238E27FC236}">
                <a16:creationId xmlns:a16="http://schemas.microsoft.com/office/drawing/2014/main" id="{06DA8989-C36E-6845-B1C9-360D3BA87492}"/>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2" name="Bildobjekt 11" descr="HH_ENG_Liggande.png">
            <a:extLst>
              <a:ext uri="{FF2B5EF4-FFF2-40B4-BE49-F238E27FC236}">
                <a16:creationId xmlns:a16="http://schemas.microsoft.com/office/drawing/2014/main" id="{857E7055-782D-0B4F-8CBA-DBC5F6A2F295}"/>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142175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dirty="0"/>
          </a:p>
        </p:txBody>
      </p:sp>
      <p:sp>
        <p:nvSpPr>
          <p:cNvPr id="3" name="Platshållare för datum 2"/>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4" name="Platshållare för sidfot 3"/>
          <p:cNvSpPr>
            <a:spLocks noGrp="1"/>
          </p:cNvSpPr>
          <p:nvPr>
            <p:ph type="ftr" sz="quarter" idx="11"/>
          </p:nvPr>
        </p:nvSpPr>
        <p:spPr/>
        <p:txBody>
          <a:bodyPr/>
          <a:lstStyle/>
          <a:p>
            <a:endParaRPr lang="sv-SE">
              <a:solidFill>
                <a:prstClr val="black">
                  <a:tint val="75000"/>
                </a:prstClr>
              </a:solidFill>
            </a:endParaRPr>
          </a:p>
        </p:txBody>
      </p:sp>
      <p:sp>
        <p:nvSpPr>
          <p:cNvPr id="5" name="Platshållare för bildnummer 4"/>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6" name="Bildobjekt 5" descr="Sidfot_lång.png">
            <a:extLst>
              <a:ext uri="{FF2B5EF4-FFF2-40B4-BE49-F238E27FC236}">
                <a16:creationId xmlns:a16="http://schemas.microsoft.com/office/drawing/2014/main" id="{2A87E44A-B361-2C4C-816F-32B1CE0FCE94}"/>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8" name="Bildobjekt 7" descr="HH_ENG_Liggande.png">
            <a:extLst>
              <a:ext uri="{FF2B5EF4-FFF2-40B4-BE49-F238E27FC236}">
                <a16:creationId xmlns:a16="http://schemas.microsoft.com/office/drawing/2014/main" id="{F3AA6653-3996-4146-8707-B3BC702FC297}"/>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891220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nehåll med bildtext">
    <p:spTree>
      <p:nvGrpSpPr>
        <p:cNvPr id="1" name=""/>
        <p:cNvGrpSpPr/>
        <p:nvPr/>
      </p:nvGrpSpPr>
      <p:grpSpPr>
        <a:xfrm>
          <a:off x="0" y="0"/>
          <a:ext cx="0" cy="0"/>
          <a:chOff x="0" y="0"/>
          <a:chExt cx="0" cy="0"/>
        </a:xfrm>
      </p:grpSpPr>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22ABF059-D756-4040-9440-F943FF6B3C5B}"/>
              </a:ext>
            </a:extLst>
          </p:cNvPr>
          <p:cNvPicPr>
            <a:picLocks noChangeAspect="1"/>
          </p:cNvPicPr>
          <p:nvPr userDrawn="1"/>
        </p:nvPicPr>
        <p:blipFill>
          <a:blip r:embed="rId2"/>
          <a:stretch>
            <a:fillRect/>
          </a:stretch>
        </p:blipFill>
        <p:spPr>
          <a:xfrm>
            <a:off x="1" y="6400083"/>
            <a:ext cx="2133600" cy="321392"/>
          </a:xfrm>
          <a:prstGeom prst="rect">
            <a:avLst/>
          </a:prstGeom>
        </p:spPr>
      </p:pic>
      <p:sp>
        <p:nvSpPr>
          <p:cNvPr id="13" name="Rubrik 1">
            <a:extLst>
              <a:ext uri="{FF2B5EF4-FFF2-40B4-BE49-F238E27FC236}">
                <a16:creationId xmlns:a16="http://schemas.microsoft.com/office/drawing/2014/main" id="{78EC3300-DAA3-9F48-8A46-CCFBC1589F90}"/>
              </a:ext>
            </a:extLst>
          </p:cNvPr>
          <p:cNvSpPr>
            <a:spLocks noGrp="1"/>
          </p:cNvSpPr>
          <p:nvPr>
            <p:ph type="title"/>
          </p:nvPr>
        </p:nvSpPr>
        <p:spPr>
          <a:xfrm>
            <a:off x="609603" y="273050"/>
            <a:ext cx="4011084" cy="1162051"/>
          </a:xfrm>
        </p:spPr>
        <p:txBody>
          <a:bodyPr anchor="b"/>
          <a:lstStyle>
            <a:lvl1pPr algn="l">
              <a:defRPr sz="1500" b="1"/>
            </a:lvl1pPr>
          </a:lstStyle>
          <a:p>
            <a:r>
              <a:rPr lang="en-US"/>
              <a:t>Click to edit Master title style</a:t>
            </a:r>
            <a:endParaRPr lang="sv-SE"/>
          </a:p>
        </p:txBody>
      </p:sp>
      <p:sp>
        <p:nvSpPr>
          <p:cNvPr id="14" name="Platshållare för text 3">
            <a:extLst>
              <a:ext uri="{FF2B5EF4-FFF2-40B4-BE49-F238E27FC236}">
                <a16:creationId xmlns:a16="http://schemas.microsoft.com/office/drawing/2014/main" id="{FB406B51-0F0A-CE4F-9A56-84E9E8BF6024}"/>
              </a:ext>
            </a:extLst>
          </p:cNvPr>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5" name="Platshållare för innehåll 2">
            <a:extLst>
              <a:ext uri="{FF2B5EF4-FFF2-40B4-BE49-F238E27FC236}">
                <a16:creationId xmlns:a16="http://schemas.microsoft.com/office/drawing/2014/main" id="{4A3DF883-CFDE-9344-B663-63A8D06AE3F6}"/>
              </a:ext>
            </a:extLst>
          </p:cNvPr>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pic>
        <p:nvPicPr>
          <p:cNvPr id="10" name="Bildobjekt 9" descr="HH_ENG_Liggande.png">
            <a:extLst>
              <a:ext uri="{FF2B5EF4-FFF2-40B4-BE49-F238E27FC236}">
                <a16:creationId xmlns:a16="http://schemas.microsoft.com/office/drawing/2014/main" id="{F352C259-B7FD-6046-9419-691CCAF005F3}"/>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5676520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p:cNvSpPr>
            <a:spLocks noGrp="1"/>
          </p:cNvSpPr>
          <p:nvPr>
            <p:ph type="title"/>
          </p:nvPr>
        </p:nvSpPr>
        <p:spPr>
          <a:xfrm>
            <a:off x="2389717" y="4800601"/>
            <a:ext cx="7315200" cy="566739"/>
          </a:xfrm>
        </p:spPr>
        <p:txBody>
          <a:bodyPr anchor="b"/>
          <a:lstStyle>
            <a:lvl1pPr algn="l">
              <a:defRPr sz="1500" b="1"/>
            </a:lvl1pPr>
          </a:lstStyle>
          <a:p>
            <a:r>
              <a:rPr lang="en-US"/>
              <a:t>Click to edit Master title style</a:t>
            </a:r>
            <a:endParaRPr lang="sv-SE"/>
          </a:p>
        </p:txBody>
      </p:sp>
      <p:sp>
        <p:nvSpPr>
          <p:cNvPr id="3" name="Platshållare för bild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sv-SE"/>
          </a:p>
        </p:txBody>
      </p:sp>
      <p:sp>
        <p:nvSpPr>
          <p:cNvPr id="4" name="Platshållare för text 3"/>
          <p:cNvSpPr>
            <a:spLocks noGrp="1"/>
          </p:cNvSpPr>
          <p:nvPr>
            <p:ph type="body" sz="half" idx="2"/>
          </p:nvPr>
        </p:nvSpPr>
        <p:spPr>
          <a:xfrm>
            <a:off x="2389717" y="5367339"/>
            <a:ext cx="73152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Platshållare för datum 4"/>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6" name="Platshållare för sidfot 5"/>
          <p:cNvSpPr>
            <a:spLocks noGrp="1"/>
          </p:cNvSpPr>
          <p:nvPr>
            <p:ph type="ftr" sz="quarter" idx="11"/>
          </p:nvPr>
        </p:nvSpPr>
        <p:spPr/>
        <p:txBody>
          <a:bodyPr/>
          <a:lstStyle/>
          <a:p>
            <a:endParaRPr lang="sv-SE">
              <a:solidFill>
                <a:prstClr val="black">
                  <a:tint val="75000"/>
                </a:prstClr>
              </a:solidFill>
            </a:endParaRPr>
          </a:p>
        </p:txBody>
      </p:sp>
      <p:sp>
        <p:nvSpPr>
          <p:cNvPr id="7" name="Platshållare för bildnummer 6"/>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8" name="Bildobjekt 7" descr="Sidfot_lång.png">
            <a:extLst>
              <a:ext uri="{FF2B5EF4-FFF2-40B4-BE49-F238E27FC236}">
                <a16:creationId xmlns:a16="http://schemas.microsoft.com/office/drawing/2014/main" id="{16DA3CBE-E640-3C49-A667-37AC20FFCA66}"/>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10" name="Bildobjekt 9" descr="HH_ENG_Liggande.png">
            <a:extLst>
              <a:ext uri="{FF2B5EF4-FFF2-40B4-BE49-F238E27FC236}">
                <a16:creationId xmlns:a16="http://schemas.microsoft.com/office/drawing/2014/main" id="{A32BEA9A-EBA5-584D-B07D-EE7621599C22}"/>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1033760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p:cNvSpPr>
            <a:spLocks noGrp="1"/>
          </p:cNvSpPr>
          <p:nvPr>
            <p:ph type="title"/>
          </p:nvPr>
        </p:nvSpPr>
        <p:spPr/>
        <p:txBody>
          <a:bodyPr/>
          <a:lstStyle/>
          <a:p>
            <a:r>
              <a:rPr lang="en-US"/>
              <a:t>Click to edit Master title style</a:t>
            </a:r>
            <a:endParaRPr lang="sv-SE"/>
          </a:p>
        </p:txBody>
      </p:sp>
      <p:sp>
        <p:nvSpPr>
          <p:cNvPr id="3" name="Platshållare för lodrät text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66F11CFA-813A-AD4F-829E-F1E9AE55545E}"/>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9" name="Bildobjekt 8" descr="HH_ENG_Liggande.png">
            <a:extLst>
              <a:ext uri="{FF2B5EF4-FFF2-40B4-BE49-F238E27FC236}">
                <a16:creationId xmlns:a16="http://schemas.microsoft.com/office/drawing/2014/main" id="{89972276-0BC2-F54D-AD55-890C057E3C12}"/>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37461767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p:cNvSpPr>
            <a:spLocks noGrp="1"/>
          </p:cNvSpPr>
          <p:nvPr>
            <p:ph type="title" orient="vert"/>
          </p:nvPr>
        </p:nvSpPr>
        <p:spPr>
          <a:xfrm>
            <a:off x="8839200" y="274640"/>
            <a:ext cx="2743200" cy="5851525"/>
          </a:xfrm>
        </p:spPr>
        <p:txBody>
          <a:bodyPr vert="eaVert"/>
          <a:lstStyle/>
          <a:p>
            <a:r>
              <a:rPr lang="en-US"/>
              <a:t>Click to edit Master title style</a:t>
            </a:r>
            <a:endParaRPr lang="sv-SE"/>
          </a:p>
        </p:txBody>
      </p:sp>
      <p:sp>
        <p:nvSpPr>
          <p:cNvPr id="3" name="Platshållare för lodrät text 2"/>
          <p:cNvSpPr>
            <a:spLocks noGrp="1"/>
          </p:cNvSpPr>
          <p:nvPr>
            <p:ph type="body" orient="vert" idx="1"/>
          </p:nvPr>
        </p:nvSpPr>
        <p:spPr>
          <a:xfrm>
            <a:off x="609600" y="274640"/>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p:cNvSpPr>
            <a:spLocks noGrp="1"/>
          </p:cNvSpPr>
          <p:nvPr>
            <p:ph type="dt" sz="half" idx="10"/>
          </p:nvPr>
        </p:nvSpPr>
        <p:spPr/>
        <p:txBody>
          <a:body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11"/>
          </p:nvPr>
        </p:nvSpPr>
        <p:spPr/>
        <p:txBody>
          <a:bodyPr/>
          <a:lstStyle/>
          <a:p>
            <a:endParaRPr lang="sv-SE">
              <a:solidFill>
                <a:prstClr val="black">
                  <a:tint val="75000"/>
                </a:prstClr>
              </a:solidFill>
            </a:endParaRPr>
          </a:p>
        </p:txBody>
      </p:sp>
      <p:sp>
        <p:nvSpPr>
          <p:cNvPr id="6" name="Platshållare för bildnummer 5"/>
          <p:cNvSpPr>
            <a:spLocks noGrp="1"/>
          </p:cNvSpPr>
          <p:nvPr>
            <p:ph type="sldNum" sz="quarter" idx="12"/>
          </p:nvPr>
        </p:nvSpPr>
        <p:spPr/>
        <p:txBody>
          <a:body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pic>
        <p:nvPicPr>
          <p:cNvPr id="7" name="Bildobjekt 6" descr="Sidfot_lång.png">
            <a:extLst>
              <a:ext uri="{FF2B5EF4-FFF2-40B4-BE49-F238E27FC236}">
                <a16:creationId xmlns:a16="http://schemas.microsoft.com/office/drawing/2014/main" id="{8D0F4C95-9AB5-5643-A62F-7ACDB8CBDD5B}"/>
              </a:ext>
            </a:extLst>
          </p:cNvPr>
          <p:cNvPicPr>
            <a:picLocks noChangeAspect="1"/>
          </p:cNvPicPr>
          <p:nvPr userDrawn="1"/>
        </p:nvPicPr>
        <p:blipFill>
          <a:blip r:embed="rId2"/>
          <a:stretch>
            <a:fillRect/>
          </a:stretch>
        </p:blipFill>
        <p:spPr>
          <a:xfrm>
            <a:off x="1" y="6400083"/>
            <a:ext cx="2133600" cy="321392"/>
          </a:xfrm>
          <a:prstGeom prst="rect">
            <a:avLst/>
          </a:prstGeom>
        </p:spPr>
      </p:pic>
      <p:pic>
        <p:nvPicPr>
          <p:cNvPr id="9" name="Bildobjekt 8" descr="HH_ENG_Liggande.png">
            <a:extLst>
              <a:ext uri="{FF2B5EF4-FFF2-40B4-BE49-F238E27FC236}">
                <a16:creationId xmlns:a16="http://schemas.microsoft.com/office/drawing/2014/main" id="{26A6922D-9F0E-854F-B8AE-B398030E33FD}"/>
              </a:ext>
            </a:extLst>
          </p:cNvPr>
          <p:cNvPicPr>
            <a:picLocks/>
          </p:cNvPicPr>
          <p:nvPr userDrawn="1"/>
        </p:nvPicPr>
        <p:blipFill>
          <a:blip r:embed="rId3"/>
          <a:stretch>
            <a:fillRect/>
          </a:stretch>
        </p:blipFill>
        <p:spPr>
          <a:xfrm>
            <a:off x="10098706" y="6092069"/>
            <a:ext cx="1721166" cy="560772"/>
          </a:xfrm>
          <a:prstGeom prst="rect">
            <a:avLst/>
          </a:prstGeom>
        </p:spPr>
      </p:pic>
    </p:spTree>
    <p:extLst>
      <p:ext uri="{BB962C8B-B14F-4D97-AF65-F5344CB8AC3E}">
        <p14:creationId xmlns:p14="http://schemas.microsoft.com/office/powerpoint/2010/main" val="265055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609602" y="273600"/>
            <a:ext cx="11158332" cy="1143000"/>
          </a:xfrm>
          <a:prstGeom prst="rect">
            <a:avLst/>
          </a:prstGeom>
        </p:spPr>
        <p:txBody>
          <a:bodyPr vert="horz" lIns="91440" tIns="45720" rIns="91440" bIns="45720" rtlCol="0" anchor="ctr">
            <a:normAutofit/>
          </a:bodyPr>
          <a:lstStyle/>
          <a:p>
            <a:r>
              <a:rPr lang="sv-SE"/>
              <a:t>Klicka här för att ändra format</a:t>
            </a:r>
          </a:p>
        </p:txBody>
      </p:sp>
      <p:sp>
        <p:nvSpPr>
          <p:cNvPr id="3" name="Platshållare för text 2"/>
          <p:cNvSpPr>
            <a:spLocks noGrp="1"/>
          </p:cNvSpPr>
          <p:nvPr>
            <p:ph type="body" idx="1"/>
          </p:nvPr>
        </p:nvSpPr>
        <p:spPr>
          <a:xfrm>
            <a:off x="609600" y="1602000"/>
            <a:ext cx="11158331" cy="4525200"/>
          </a:xfrm>
          <a:prstGeom prst="rect">
            <a:avLst/>
          </a:prstGeom>
        </p:spPr>
        <p:txBody>
          <a:bodyPr vert="horz" lIns="91440" tIns="45720" rIns="91440" bIns="45720" rtlCol="0">
            <a:norm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p:cNvSpPr>
            <a:spLocks noGrp="1"/>
          </p:cNvSpPr>
          <p:nvPr>
            <p:ph type="dt" sz="half" idx="2"/>
          </p:nvPr>
        </p:nvSpPr>
        <p:spPr>
          <a:xfrm>
            <a:off x="2291094" y="6356352"/>
            <a:ext cx="1509941" cy="365125"/>
          </a:xfrm>
          <a:prstGeom prst="rect">
            <a:avLst/>
          </a:prstGeom>
        </p:spPr>
        <p:txBody>
          <a:bodyPr vert="horz" lIns="91440" tIns="45720" rIns="91440" bIns="45720" rtlCol="0" anchor="ctr"/>
          <a:lstStyle>
            <a:lvl1pPr algn="l">
              <a:defRPr sz="900">
                <a:solidFill>
                  <a:schemeClr val="tx1">
                    <a:tint val="75000"/>
                  </a:schemeClr>
                </a:solidFill>
                <a:latin typeface="Gill Sans Std Light" pitchFamily="34" charset="0"/>
              </a:defRPr>
            </a:lvl1pPr>
          </a:lstStyle>
          <a:p>
            <a:fld id="{E77EB496-ABEF-44ED-A2F0-F0CF274C688E}" type="datetimeFigureOut">
              <a:rPr lang="sv-SE" smtClean="0">
                <a:solidFill>
                  <a:prstClr val="black">
                    <a:tint val="75000"/>
                  </a:prstClr>
                </a:solidFill>
              </a:rPr>
              <a:pPr/>
              <a:t>2026-09-15</a:t>
            </a:fld>
            <a:endParaRPr lang="sv-SE">
              <a:solidFill>
                <a:prstClr val="black">
                  <a:tint val="75000"/>
                </a:prstClr>
              </a:solidFill>
            </a:endParaRPr>
          </a:p>
        </p:txBody>
      </p:sp>
      <p:sp>
        <p:nvSpPr>
          <p:cNvPr id="5" name="Platshållare för sidfot 4"/>
          <p:cNvSpPr>
            <a:spLocks noGrp="1"/>
          </p:cNvSpPr>
          <p:nvPr>
            <p:ph type="ftr" sz="quarter" idx="3"/>
          </p:nvPr>
        </p:nvSpPr>
        <p:spPr>
          <a:xfrm>
            <a:off x="3885138" y="6356352"/>
            <a:ext cx="5012653" cy="365125"/>
          </a:xfrm>
          <a:prstGeom prst="rect">
            <a:avLst/>
          </a:prstGeom>
        </p:spPr>
        <p:txBody>
          <a:bodyPr vert="horz" lIns="91440" tIns="45720" rIns="91440" bIns="45720" rtlCol="0" anchor="ctr"/>
          <a:lstStyle>
            <a:lvl1pPr algn="ctr">
              <a:defRPr sz="900">
                <a:solidFill>
                  <a:schemeClr val="tx1">
                    <a:tint val="75000"/>
                  </a:schemeClr>
                </a:solidFill>
                <a:latin typeface="Gill Sans Std Light" pitchFamily="34" charset="0"/>
              </a:defRPr>
            </a:lvl1pPr>
          </a:lstStyle>
          <a:p>
            <a:endParaRPr lang="sv-SE" dirty="0">
              <a:solidFill>
                <a:prstClr val="black">
                  <a:tint val="75000"/>
                </a:prstClr>
              </a:solidFill>
            </a:endParaRPr>
          </a:p>
        </p:txBody>
      </p:sp>
      <p:sp>
        <p:nvSpPr>
          <p:cNvPr id="6" name="Platshållare för bildnummer 5"/>
          <p:cNvSpPr>
            <a:spLocks noGrp="1"/>
          </p:cNvSpPr>
          <p:nvPr>
            <p:ph type="sldNum" sz="quarter" idx="4"/>
          </p:nvPr>
        </p:nvSpPr>
        <p:spPr>
          <a:xfrm>
            <a:off x="8981894" y="6356352"/>
            <a:ext cx="819741" cy="365125"/>
          </a:xfrm>
          <a:prstGeom prst="rect">
            <a:avLst/>
          </a:prstGeom>
        </p:spPr>
        <p:txBody>
          <a:bodyPr vert="horz" lIns="91440" tIns="45720" rIns="91440" bIns="45720" rtlCol="0" anchor="ctr"/>
          <a:lstStyle>
            <a:lvl1pPr algn="r">
              <a:defRPr sz="900">
                <a:solidFill>
                  <a:schemeClr val="tx1">
                    <a:tint val="75000"/>
                  </a:schemeClr>
                </a:solidFill>
                <a:latin typeface="Gill Sans Std Light" pitchFamily="34" charset="0"/>
              </a:defRPr>
            </a:lvl1pPr>
          </a:lstStyle>
          <a:p>
            <a:fld id="{7F1778D9-81D2-4496-A352-7CD7B16C1ED3}" type="slidenum">
              <a:rPr lang="sv-SE" smtClean="0">
                <a:solidFill>
                  <a:prstClr val="black">
                    <a:tint val="75000"/>
                  </a:prstClr>
                </a:solidFill>
              </a:rPr>
              <a:pPr/>
              <a:t>‹#›</a:t>
            </a:fld>
            <a:endParaRPr lang="sv-SE">
              <a:solidFill>
                <a:prstClr val="black">
                  <a:tint val="75000"/>
                </a:prstClr>
              </a:solidFill>
            </a:endParaRPr>
          </a:p>
        </p:txBody>
      </p:sp>
    </p:spTree>
    <p:extLst>
      <p:ext uri="{BB962C8B-B14F-4D97-AF65-F5344CB8AC3E}">
        <p14:creationId xmlns:p14="http://schemas.microsoft.com/office/powerpoint/2010/main" val="282538794"/>
      </p:ext>
    </p:extLst>
  </p:cSld>
  <p:clrMap bg1="lt1" tx1="dk1" bg2="lt2" tx2="dk2" accent1="accent1" accent2="accent2" accent3="accent3" accent4="accent4" accent5="accent5" accent6="accent6" hlink="hlink" folHlink="folHlink"/>
  <p:sldLayoutIdLst>
    <p:sldLayoutId id="2147483674" r:id="rId1"/>
    <p:sldLayoutId id="2147483695" r:id="rId2"/>
    <p:sldLayoutId id="2147483696" r:id="rId3"/>
    <p:sldLayoutId id="2147483675" r:id="rId4"/>
    <p:sldLayoutId id="2147483676" r:id="rId5"/>
    <p:sldLayoutId id="2147483677" r:id="rId6"/>
    <p:sldLayoutId id="2147483678" r:id="rId7"/>
    <p:sldLayoutId id="2147483681" r:id="rId8"/>
    <p:sldLayoutId id="2147483682" r:id="rId9"/>
    <p:sldLayoutId id="2147483683" r:id="rId10"/>
    <p:sldLayoutId id="2147483684" r:id="rId11"/>
    <p:sldLayoutId id="2147483685" r:id="rId12"/>
    <p:sldLayoutId id="2147483686" r:id="rId13"/>
    <p:sldLayoutId id="2147483697" r:id="rId14"/>
    <p:sldLayoutId id="2147483688" r:id="rId15"/>
    <p:sldLayoutId id="2147483689" r:id="rId16"/>
    <p:sldLayoutId id="2147483690" r:id="rId17"/>
    <p:sldLayoutId id="2147483691" r:id="rId18"/>
    <p:sldLayoutId id="2147483692" r:id="rId19"/>
    <p:sldLayoutId id="2147483693" r:id="rId20"/>
    <p:sldLayoutId id="2147483694" r:id="rId21"/>
  </p:sldLayoutIdLst>
  <p:txStyles>
    <p:titleStyle>
      <a:lvl1pPr algn="l"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j-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j-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j-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j-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j-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sv-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caisr-hh/handson_mlflow_optuna" TargetMode="External"/><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hyperlink" Target="http://127.0.0.1:5000/"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hyperlink" Target="http://127.0.0.1:5000/"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hyperlink" Target="https://github.com/caisr-hh/handson_mlflow_optuna" TargetMode="External"/><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DCB8-15EA-38FE-6702-A3162D858364}"/>
              </a:ext>
            </a:extLst>
          </p:cNvPr>
          <p:cNvSpPr>
            <a:spLocks noGrp="1"/>
          </p:cNvSpPr>
          <p:nvPr>
            <p:ph type="title"/>
          </p:nvPr>
        </p:nvSpPr>
        <p:spPr/>
        <p:txBody>
          <a:bodyPr/>
          <a:lstStyle/>
          <a:p>
            <a:r>
              <a:rPr lang="en-GB" dirty="0"/>
              <a:t>Material</a:t>
            </a:r>
          </a:p>
        </p:txBody>
      </p:sp>
      <p:pic>
        <p:nvPicPr>
          <p:cNvPr id="5" name="Picture 4">
            <a:extLst>
              <a:ext uri="{FF2B5EF4-FFF2-40B4-BE49-F238E27FC236}">
                <a16:creationId xmlns:a16="http://schemas.microsoft.com/office/drawing/2014/main" id="{E1E34091-460D-A8CE-6D5D-9BE8075CE8A1}"/>
              </a:ext>
            </a:extLst>
          </p:cNvPr>
          <p:cNvPicPr>
            <a:picLocks noChangeAspect="1"/>
          </p:cNvPicPr>
          <p:nvPr/>
        </p:nvPicPr>
        <p:blipFill>
          <a:blip r:embed="rId2"/>
          <a:stretch>
            <a:fillRect/>
          </a:stretch>
        </p:blipFill>
        <p:spPr>
          <a:xfrm>
            <a:off x="4257032" y="2108715"/>
            <a:ext cx="3276884" cy="3292125"/>
          </a:xfrm>
          <a:prstGeom prst="rect">
            <a:avLst/>
          </a:prstGeom>
        </p:spPr>
      </p:pic>
      <p:sp>
        <p:nvSpPr>
          <p:cNvPr id="7" name="TextBox 6">
            <a:extLst>
              <a:ext uri="{FF2B5EF4-FFF2-40B4-BE49-F238E27FC236}">
                <a16:creationId xmlns:a16="http://schemas.microsoft.com/office/drawing/2014/main" id="{0A99BF7E-9511-C81A-8BCB-38A682D71385}"/>
              </a:ext>
            </a:extLst>
          </p:cNvPr>
          <p:cNvSpPr txBox="1"/>
          <p:nvPr/>
        </p:nvSpPr>
        <p:spPr>
          <a:xfrm>
            <a:off x="2786242" y="5400840"/>
            <a:ext cx="6619515" cy="461665"/>
          </a:xfrm>
          <a:prstGeom prst="rect">
            <a:avLst/>
          </a:prstGeom>
          <a:noFill/>
        </p:spPr>
        <p:txBody>
          <a:bodyPr wrap="square">
            <a:spAutoFit/>
          </a:bodyPr>
          <a:lstStyle/>
          <a:p>
            <a:r>
              <a:rPr lang="en-GB" sz="2400" dirty="0">
                <a:hlinkClick r:id="rId3"/>
              </a:rPr>
              <a:t>https://github.com/caisr-hh/handson_mlflow_optuna</a:t>
            </a:r>
            <a:endParaRPr lang="en-GB" sz="2400" dirty="0"/>
          </a:p>
        </p:txBody>
      </p:sp>
    </p:spTree>
    <p:extLst>
      <p:ext uri="{BB962C8B-B14F-4D97-AF65-F5344CB8AC3E}">
        <p14:creationId xmlns:p14="http://schemas.microsoft.com/office/powerpoint/2010/main" val="2722075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C299-BF11-C03F-E9E5-20B9FFAF43B2}"/>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3875739E-89D3-FD8E-96E2-394A747DCB8C}"/>
              </a:ext>
            </a:extLst>
          </p:cNvPr>
          <p:cNvSpPr>
            <a:spLocks noGrp="1"/>
          </p:cNvSpPr>
          <p:nvPr>
            <p:ph type="ctrTitle"/>
          </p:nvPr>
        </p:nvSpPr>
        <p:spPr>
          <a:xfrm>
            <a:off x="806334" y="2594234"/>
            <a:ext cx="10363200" cy="1470025"/>
          </a:xfrm>
        </p:spPr>
        <p:txBody>
          <a:bodyPr>
            <a:normAutofit fontScale="90000"/>
          </a:bodyPr>
          <a:lstStyle/>
          <a:p>
            <a:r>
              <a:rPr lang="en-GB" b="1" dirty="0"/>
              <a:t>Tutorial on Systems Over Models: What Actually Works in Industry (SOMI-2026)</a:t>
            </a:r>
            <a:br>
              <a:rPr lang="en-GB" b="1" dirty="0"/>
            </a:br>
            <a:endParaRPr lang="en-GB" noProof="0" dirty="0"/>
          </a:p>
        </p:txBody>
      </p:sp>
    </p:spTree>
    <p:extLst>
      <p:ext uri="{BB962C8B-B14F-4D97-AF65-F5344CB8AC3E}">
        <p14:creationId xmlns:p14="http://schemas.microsoft.com/office/powerpoint/2010/main" val="1218315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50AA1-9225-79CA-B8FB-8C41CF3C821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029650E-8681-BC1E-9B36-95229A4DFF32}"/>
              </a:ext>
            </a:extLst>
          </p:cNvPr>
          <p:cNvPicPr>
            <a:picLocks noChangeAspect="1"/>
          </p:cNvPicPr>
          <p:nvPr/>
        </p:nvPicPr>
        <p:blipFill>
          <a:blip r:embed="rId2"/>
          <a:stretch>
            <a:fillRect/>
          </a:stretch>
        </p:blipFill>
        <p:spPr>
          <a:xfrm>
            <a:off x="3353450" y="1716836"/>
            <a:ext cx="4849951" cy="3067139"/>
          </a:xfrm>
          <a:prstGeom prst="rect">
            <a:avLst/>
          </a:prstGeom>
        </p:spPr>
      </p:pic>
      <p:sp>
        <p:nvSpPr>
          <p:cNvPr id="9" name="TextBox 8">
            <a:extLst>
              <a:ext uri="{FF2B5EF4-FFF2-40B4-BE49-F238E27FC236}">
                <a16:creationId xmlns:a16="http://schemas.microsoft.com/office/drawing/2014/main" id="{644D2611-DFBE-89EB-5238-0C64901795A9}"/>
              </a:ext>
            </a:extLst>
          </p:cNvPr>
          <p:cNvSpPr txBox="1"/>
          <p:nvPr/>
        </p:nvSpPr>
        <p:spPr>
          <a:xfrm>
            <a:off x="3031212" y="4906898"/>
            <a:ext cx="6013036" cy="2031325"/>
          </a:xfrm>
          <a:prstGeom prst="rect">
            <a:avLst/>
          </a:prstGeom>
          <a:noFill/>
        </p:spPr>
        <p:txBody>
          <a:bodyPr wrap="square" rtlCol="0">
            <a:spAutoFit/>
          </a:bodyPr>
          <a:lstStyle/>
          <a:p>
            <a:pPr lvl="0"/>
            <a:r>
              <a:rPr lang="en-GB" dirty="0"/>
              <a:t>Zahra </a:t>
            </a:r>
            <a:r>
              <a:rPr lang="en-GB" dirty="0" err="1"/>
              <a:t>Taghiyarrenani</a:t>
            </a:r>
            <a:r>
              <a:rPr lang="en-GB" dirty="0"/>
              <a:t>, CAISR, Halmstad University, Sweden</a:t>
            </a:r>
          </a:p>
          <a:p>
            <a:pPr lvl="0"/>
            <a:r>
              <a:rPr lang="en-GB" dirty="0"/>
              <a:t>Slawomir Nowaczyk, CAISR, Halmstad University, Sweden</a:t>
            </a:r>
          </a:p>
          <a:p>
            <a:pPr lvl="0"/>
            <a:r>
              <a:rPr lang="en-GB" dirty="0"/>
              <a:t>Maciej </a:t>
            </a:r>
            <a:r>
              <a:rPr lang="en-GB" dirty="0" err="1"/>
              <a:t>Misiorny</a:t>
            </a:r>
            <a:r>
              <a:rPr lang="en-GB" dirty="0"/>
              <a:t>, Sigma Technology Insight Solutions, Sweden</a:t>
            </a:r>
          </a:p>
          <a:p>
            <a:pPr lvl="0"/>
            <a:r>
              <a:rPr lang="en-GB" dirty="0"/>
              <a:t>Joao Gama, University of Porto, Portugal</a:t>
            </a:r>
          </a:p>
          <a:p>
            <a:pPr lvl="0"/>
            <a:r>
              <a:rPr lang="en-GB" dirty="0"/>
              <a:t>Albert </a:t>
            </a:r>
            <a:r>
              <a:rPr lang="en-GB" dirty="0" err="1"/>
              <a:t>Bifet</a:t>
            </a:r>
            <a:r>
              <a:rPr lang="en-GB" dirty="0"/>
              <a:t>, Waikato University, New Zealand</a:t>
            </a:r>
          </a:p>
          <a:p>
            <a:pPr lvl="0"/>
            <a:r>
              <a:rPr lang="en-GB" dirty="0"/>
              <a:t>Martin </a:t>
            </a:r>
            <a:r>
              <a:rPr lang="en-GB" dirty="0" err="1"/>
              <a:t>Atzmüller</a:t>
            </a:r>
            <a:r>
              <a:rPr lang="en-GB" dirty="0"/>
              <a:t>, Osnabrück University, Germany</a:t>
            </a:r>
          </a:p>
          <a:p>
            <a:endParaRPr lang="en-GB" dirty="0"/>
          </a:p>
        </p:txBody>
      </p:sp>
      <p:sp>
        <p:nvSpPr>
          <p:cNvPr id="10" name="Title 1">
            <a:extLst>
              <a:ext uri="{FF2B5EF4-FFF2-40B4-BE49-F238E27FC236}">
                <a16:creationId xmlns:a16="http://schemas.microsoft.com/office/drawing/2014/main" id="{58F15554-0FA0-7585-6D88-D154AE3951F9}"/>
              </a:ext>
            </a:extLst>
          </p:cNvPr>
          <p:cNvSpPr>
            <a:spLocks noGrp="1"/>
          </p:cNvSpPr>
          <p:nvPr>
            <p:ph type="title"/>
          </p:nvPr>
        </p:nvSpPr>
        <p:spPr>
          <a:xfrm>
            <a:off x="609599" y="596348"/>
            <a:ext cx="11158331" cy="591652"/>
          </a:xfrm>
        </p:spPr>
        <p:txBody>
          <a:bodyPr/>
          <a:lstStyle/>
          <a:p>
            <a:r>
              <a:rPr lang="en-GB" dirty="0"/>
              <a:t>Organizers</a:t>
            </a:r>
          </a:p>
        </p:txBody>
      </p:sp>
    </p:spTree>
    <p:extLst>
      <p:ext uri="{BB962C8B-B14F-4D97-AF65-F5344CB8AC3E}">
        <p14:creationId xmlns:p14="http://schemas.microsoft.com/office/powerpoint/2010/main" val="500584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8E08-D774-D950-5EFC-C91E4F0A7A39}"/>
              </a:ext>
            </a:extLst>
          </p:cNvPr>
          <p:cNvSpPr>
            <a:spLocks noGrp="1"/>
          </p:cNvSpPr>
          <p:nvPr>
            <p:ph type="title"/>
          </p:nvPr>
        </p:nvSpPr>
        <p:spPr/>
        <p:txBody>
          <a:bodyPr/>
          <a:lstStyle/>
          <a:p>
            <a:r>
              <a:rPr lang="en-GB" dirty="0"/>
              <a:t>Introducing ourselves</a:t>
            </a:r>
          </a:p>
        </p:txBody>
      </p:sp>
      <p:sp>
        <p:nvSpPr>
          <p:cNvPr id="3" name="Content Placeholder 2">
            <a:extLst>
              <a:ext uri="{FF2B5EF4-FFF2-40B4-BE49-F238E27FC236}">
                <a16:creationId xmlns:a16="http://schemas.microsoft.com/office/drawing/2014/main" id="{FB244C98-24FB-C833-E945-3C21E04FDBAC}"/>
              </a:ext>
            </a:extLst>
          </p:cNvPr>
          <p:cNvSpPr>
            <a:spLocks noGrp="1"/>
          </p:cNvSpPr>
          <p:nvPr>
            <p:ph idx="1"/>
          </p:nvPr>
        </p:nvSpPr>
        <p:spPr/>
        <p:txBody>
          <a:bodyPr/>
          <a:lstStyle/>
          <a:p>
            <a:r>
              <a:rPr lang="en-GB" dirty="0"/>
              <a:t>Halmstad University: A Swedish university with great ambitions when it comes to turning cutting edge research into the mundanity of the future.</a:t>
            </a:r>
          </a:p>
          <a:p>
            <a:endParaRPr lang="en-GB" dirty="0"/>
          </a:p>
          <a:p>
            <a:r>
              <a:rPr lang="en-GB" dirty="0"/>
              <a:t>Slawomir Nowaczyk: Professor at Halmstad University at CAISR, the centre for applied intelligent systems research.</a:t>
            </a:r>
          </a:p>
          <a:p>
            <a:endParaRPr lang="en-GB" dirty="0"/>
          </a:p>
          <a:p>
            <a:r>
              <a:rPr lang="en-GB" dirty="0"/>
              <a:t>Mikael Andersson: Research engineer at H.U. working in the academic-industrial intersection for Volvo and </a:t>
            </a:r>
            <a:r>
              <a:rPr lang="en-GB" dirty="0" err="1"/>
              <a:t>Cetasol</a:t>
            </a:r>
            <a:r>
              <a:rPr lang="en-GB" dirty="0"/>
              <a:t>.</a:t>
            </a:r>
          </a:p>
        </p:txBody>
      </p:sp>
    </p:spTree>
    <p:extLst>
      <p:ext uri="{BB962C8B-B14F-4D97-AF65-F5344CB8AC3E}">
        <p14:creationId xmlns:p14="http://schemas.microsoft.com/office/powerpoint/2010/main" val="2507914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F9538-E688-7A14-B96C-7845374986F4}"/>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4591AB75-3A44-87D3-8FF9-78E5F0FAE0C4}"/>
              </a:ext>
            </a:extLst>
          </p:cNvPr>
          <p:cNvSpPr>
            <a:spLocks noGrp="1"/>
          </p:cNvSpPr>
          <p:nvPr>
            <p:ph type="ctrTitle"/>
          </p:nvPr>
        </p:nvSpPr>
        <p:spPr/>
        <p:txBody>
          <a:bodyPr/>
          <a:lstStyle/>
          <a:p>
            <a:r>
              <a:rPr lang="en-GB" noProof="0" dirty="0"/>
              <a:t>Prelude</a:t>
            </a:r>
          </a:p>
        </p:txBody>
      </p:sp>
      <p:sp>
        <p:nvSpPr>
          <p:cNvPr id="27" name="Subtitle 2">
            <a:extLst>
              <a:ext uri="{FF2B5EF4-FFF2-40B4-BE49-F238E27FC236}">
                <a16:creationId xmlns:a16="http://schemas.microsoft.com/office/drawing/2014/main" id="{154B67C6-6C96-253E-8558-0735FAFF136F}"/>
              </a:ext>
            </a:extLst>
          </p:cNvPr>
          <p:cNvSpPr>
            <a:spLocks noGrp="1"/>
          </p:cNvSpPr>
          <p:nvPr>
            <p:ph type="subTitle" idx="1"/>
          </p:nvPr>
        </p:nvSpPr>
        <p:spPr/>
        <p:txBody>
          <a:bodyPr/>
          <a:lstStyle/>
          <a:p>
            <a:r>
              <a:rPr lang="en-GB" noProof="0" dirty="0"/>
              <a:t>Notes on industrial collaborations</a:t>
            </a:r>
          </a:p>
        </p:txBody>
      </p:sp>
    </p:spTree>
    <p:extLst>
      <p:ext uri="{BB962C8B-B14F-4D97-AF65-F5344CB8AC3E}">
        <p14:creationId xmlns:p14="http://schemas.microsoft.com/office/powerpoint/2010/main" val="591264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8F50-0F7E-9172-C62E-220F8E0A2144}"/>
              </a:ext>
            </a:extLst>
          </p:cNvPr>
          <p:cNvSpPr>
            <a:spLocks noGrp="1"/>
          </p:cNvSpPr>
          <p:nvPr>
            <p:ph type="title"/>
          </p:nvPr>
        </p:nvSpPr>
        <p:spPr/>
        <p:txBody>
          <a:bodyPr/>
          <a:lstStyle/>
          <a:p>
            <a:r>
              <a:rPr lang="en-GB" dirty="0"/>
              <a:t>Why are we hosting Systems over Models?</a:t>
            </a:r>
          </a:p>
        </p:txBody>
      </p:sp>
      <p:sp>
        <p:nvSpPr>
          <p:cNvPr id="6" name="Content Placeholder 2">
            <a:extLst>
              <a:ext uri="{FF2B5EF4-FFF2-40B4-BE49-F238E27FC236}">
                <a16:creationId xmlns:a16="http://schemas.microsoft.com/office/drawing/2014/main" id="{BC0E31F5-12C2-FDE4-ED4C-D2BF2423E920}"/>
              </a:ext>
            </a:extLst>
          </p:cNvPr>
          <p:cNvSpPr>
            <a:spLocks noGrp="1"/>
          </p:cNvSpPr>
          <p:nvPr>
            <p:ph idx="1"/>
          </p:nvPr>
        </p:nvSpPr>
        <p:spPr>
          <a:xfrm>
            <a:off x="609600" y="1602000"/>
            <a:ext cx="11158331" cy="4525200"/>
          </a:xfrm>
        </p:spPr>
        <p:txBody>
          <a:bodyPr/>
          <a:lstStyle/>
          <a:p>
            <a:pPr marL="0" indent="0">
              <a:buNone/>
            </a:pPr>
            <a:r>
              <a:rPr lang="en-GB" dirty="0"/>
              <a:t>The project appeared to go well, everyone was doing their job, papers got written, hands were shaken.</a:t>
            </a:r>
          </a:p>
          <a:p>
            <a:endParaRPr lang="en-GB" dirty="0"/>
          </a:p>
          <a:p>
            <a:pPr marL="0" indent="0">
              <a:buNone/>
            </a:pPr>
            <a:r>
              <a:rPr lang="en-GB" dirty="0"/>
              <a:t>And then you never heard from them again?</a:t>
            </a:r>
          </a:p>
          <a:p>
            <a:pPr marL="0" indent="0">
              <a:buNone/>
            </a:pPr>
            <a:endParaRPr lang="en-GB" i="1" dirty="0"/>
          </a:p>
          <a:p>
            <a:pPr marL="0" indent="0">
              <a:buNone/>
            </a:pPr>
            <a:r>
              <a:rPr lang="en-GB" i="1" dirty="0"/>
              <a:t>What happened after you left?</a:t>
            </a:r>
          </a:p>
          <a:p>
            <a:pPr marL="0" indent="0">
              <a:buNone/>
            </a:pPr>
            <a:endParaRPr lang="en-GB" i="1" dirty="0"/>
          </a:p>
          <a:p>
            <a:pPr marL="0" indent="0">
              <a:buNone/>
            </a:pPr>
            <a:r>
              <a:rPr lang="en-GB" i="1" dirty="0"/>
              <a:t>You might be experiencing</a:t>
            </a:r>
          </a:p>
          <a:p>
            <a:pPr marL="0" indent="0">
              <a:buNone/>
            </a:pPr>
            <a:r>
              <a:rPr lang="en-GB" i="1" dirty="0"/>
              <a:t>the silent death of a project.</a:t>
            </a:r>
          </a:p>
        </p:txBody>
      </p:sp>
      <p:pic>
        <p:nvPicPr>
          <p:cNvPr id="10" name="Graphic 9" descr="Handshake with solid fill">
            <a:extLst>
              <a:ext uri="{FF2B5EF4-FFF2-40B4-BE49-F238E27FC236}">
                <a16:creationId xmlns:a16="http://schemas.microsoft.com/office/drawing/2014/main" id="{A0573763-21B4-EE20-981D-CB26BCB57F9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63392" y="2748203"/>
            <a:ext cx="5015593" cy="5015593"/>
          </a:xfrm>
          <a:prstGeom prst="rect">
            <a:avLst/>
          </a:prstGeom>
        </p:spPr>
      </p:pic>
      <p:pic>
        <p:nvPicPr>
          <p:cNvPr id="12" name="Graphic 11" descr="Question Mark outline">
            <a:extLst>
              <a:ext uri="{FF2B5EF4-FFF2-40B4-BE49-F238E27FC236}">
                <a16:creationId xmlns:a16="http://schemas.microsoft.com/office/drawing/2014/main" id="{151F5A74-F378-96A8-AE0F-FB87D97351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1078" y="1924049"/>
            <a:ext cx="2590801" cy="2590801"/>
          </a:xfrm>
          <a:prstGeom prst="rect">
            <a:avLst/>
          </a:prstGeom>
        </p:spPr>
      </p:pic>
    </p:spTree>
    <p:extLst>
      <p:ext uri="{BB962C8B-B14F-4D97-AF65-F5344CB8AC3E}">
        <p14:creationId xmlns:p14="http://schemas.microsoft.com/office/powerpoint/2010/main" val="1422805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074BA-ECBC-C872-F193-0EB70C575F23}"/>
              </a:ext>
            </a:extLst>
          </p:cNvPr>
          <p:cNvSpPr>
            <a:spLocks noGrp="1"/>
          </p:cNvSpPr>
          <p:nvPr>
            <p:ph type="title"/>
          </p:nvPr>
        </p:nvSpPr>
        <p:spPr>
          <a:xfrm>
            <a:off x="609602" y="273600"/>
            <a:ext cx="11158332" cy="1143000"/>
          </a:xfrm>
        </p:spPr>
        <p:txBody>
          <a:bodyPr anchor="ctr">
            <a:normAutofit/>
          </a:bodyPr>
          <a:lstStyle/>
          <a:p>
            <a:r>
              <a:rPr lang="en-GB" dirty="0"/>
              <a:t>Friction</a:t>
            </a:r>
          </a:p>
        </p:txBody>
      </p:sp>
      <p:pic>
        <p:nvPicPr>
          <p:cNvPr id="5" name="Picture 4" descr="Torn rope">
            <a:extLst>
              <a:ext uri="{FF2B5EF4-FFF2-40B4-BE49-F238E27FC236}">
                <a16:creationId xmlns:a16="http://schemas.microsoft.com/office/drawing/2014/main" id="{2EDC7DCB-45A5-0466-5FF9-4404DC281A75}"/>
              </a:ext>
            </a:extLst>
          </p:cNvPr>
          <p:cNvPicPr>
            <a:picLocks noChangeAspect="1"/>
          </p:cNvPicPr>
          <p:nvPr/>
        </p:nvPicPr>
        <p:blipFill>
          <a:blip r:embed="rId2"/>
          <a:srcRect l="-21034" t="-27588" r="-29226" b="-22222"/>
          <a:stretch>
            <a:fillRect/>
          </a:stretch>
        </p:blipFill>
        <p:spPr>
          <a:xfrm rot="5400000">
            <a:off x="-1137217" y="1602000"/>
            <a:ext cx="6799634" cy="4525200"/>
          </a:xfrm>
          <a:prstGeom prst="rect">
            <a:avLst/>
          </a:prstGeom>
          <a:noFill/>
        </p:spPr>
      </p:pic>
      <p:sp>
        <p:nvSpPr>
          <p:cNvPr id="3" name="Content Placeholder 2">
            <a:extLst>
              <a:ext uri="{FF2B5EF4-FFF2-40B4-BE49-F238E27FC236}">
                <a16:creationId xmlns:a16="http://schemas.microsoft.com/office/drawing/2014/main" id="{A3D8B6C7-673B-BBCB-89EC-AECF2FAB9BCD}"/>
              </a:ext>
            </a:extLst>
          </p:cNvPr>
          <p:cNvSpPr>
            <a:spLocks noGrp="1"/>
          </p:cNvSpPr>
          <p:nvPr>
            <p:ph sz="half" idx="2"/>
          </p:nvPr>
        </p:nvSpPr>
        <p:spPr>
          <a:xfrm>
            <a:off x="4594467" y="1601999"/>
            <a:ext cx="5472000" cy="4525200"/>
          </a:xfrm>
        </p:spPr>
        <p:txBody>
          <a:bodyPr>
            <a:normAutofit/>
          </a:bodyPr>
          <a:lstStyle/>
          <a:p>
            <a:pPr marL="0" indent="0">
              <a:buNone/>
            </a:pPr>
            <a:r>
              <a:rPr lang="en-GB" dirty="0"/>
              <a:t>These collaborations have plenty of friction due to different values and focus:</a:t>
            </a:r>
          </a:p>
          <a:p>
            <a:r>
              <a:rPr lang="en-GB" dirty="0"/>
              <a:t>Novelty/track record</a:t>
            </a:r>
          </a:p>
          <a:p>
            <a:r>
              <a:rPr lang="en-GB" dirty="0"/>
              <a:t>Pushing benchmarks/good enough</a:t>
            </a:r>
          </a:p>
          <a:p>
            <a:r>
              <a:rPr lang="en-GB" dirty="0"/>
              <a:t>Public/private</a:t>
            </a:r>
          </a:p>
          <a:p>
            <a:r>
              <a:rPr lang="en-GB" dirty="0"/>
              <a:t>Economy and hardware</a:t>
            </a:r>
          </a:p>
          <a:p>
            <a:endParaRPr lang="en-GB" dirty="0"/>
          </a:p>
          <a:p>
            <a:r>
              <a:rPr lang="en-GB" dirty="0">
                <a:solidFill>
                  <a:srgbClr val="FF0000"/>
                </a:solidFill>
              </a:rPr>
              <a:t>Handing it over…</a:t>
            </a:r>
          </a:p>
        </p:txBody>
      </p:sp>
    </p:spTree>
    <p:extLst>
      <p:ext uri="{BB962C8B-B14F-4D97-AF65-F5344CB8AC3E}">
        <p14:creationId xmlns:p14="http://schemas.microsoft.com/office/powerpoint/2010/main" val="395556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1D27-19C4-C0E4-DCD0-96231CB36DAB}"/>
              </a:ext>
            </a:extLst>
          </p:cNvPr>
          <p:cNvSpPr>
            <a:spLocks noGrp="1"/>
          </p:cNvSpPr>
          <p:nvPr>
            <p:ph type="title"/>
          </p:nvPr>
        </p:nvSpPr>
        <p:spPr/>
        <p:txBody>
          <a:bodyPr/>
          <a:lstStyle/>
          <a:p>
            <a:r>
              <a:rPr lang="en-GB" dirty="0"/>
              <a:t>The specialist issue</a:t>
            </a:r>
          </a:p>
        </p:txBody>
      </p:sp>
      <p:sp>
        <p:nvSpPr>
          <p:cNvPr id="3" name="Content Placeholder 2">
            <a:extLst>
              <a:ext uri="{FF2B5EF4-FFF2-40B4-BE49-F238E27FC236}">
                <a16:creationId xmlns:a16="http://schemas.microsoft.com/office/drawing/2014/main" id="{071FE47C-E9D7-F432-0A02-7631693A100E}"/>
              </a:ext>
            </a:extLst>
          </p:cNvPr>
          <p:cNvSpPr>
            <a:spLocks noGrp="1"/>
          </p:cNvSpPr>
          <p:nvPr>
            <p:ph idx="1"/>
          </p:nvPr>
        </p:nvSpPr>
        <p:spPr>
          <a:xfrm>
            <a:off x="609601" y="1602000"/>
            <a:ext cx="6031832" cy="4525200"/>
          </a:xfrm>
        </p:spPr>
        <p:txBody>
          <a:bodyPr/>
          <a:lstStyle/>
          <a:p>
            <a:r>
              <a:rPr lang="en-GB" dirty="0"/>
              <a:t>Ensure your </a:t>
            </a:r>
            <a:r>
              <a:rPr lang="en-GB" i="1" dirty="0"/>
              <a:t>team</a:t>
            </a:r>
            <a:r>
              <a:rPr lang="en-GB" dirty="0"/>
              <a:t> is robust, and that it can survive without you… </a:t>
            </a:r>
          </a:p>
          <a:p>
            <a:r>
              <a:rPr lang="en-GB" dirty="0"/>
              <a:t>More overlap is needed.</a:t>
            </a:r>
          </a:p>
          <a:p>
            <a:r>
              <a:rPr lang="en-GB" i="1" dirty="0"/>
              <a:t>Besides, frameworks that encourages systematic workflows has a tendency to help the individual as well.</a:t>
            </a:r>
          </a:p>
        </p:txBody>
      </p:sp>
      <p:pic>
        <p:nvPicPr>
          <p:cNvPr id="5" name="Graphic 4" descr="Pinch Zoom Out outline">
            <a:extLst>
              <a:ext uri="{FF2B5EF4-FFF2-40B4-BE49-F238E27FC236}">
                <a16:creationId xmlns:a16="http://schemas.microsoft.com/office/drawing/2014/main" id="{798134E4-5BA8-E04D-075F-FD71DF2603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9966697">
            <a:off x="6429775" y="3837417"/>
            <a:ext cx="1530812" cy="1530812"/>
          </a:xfrm>
          <a:prstGeom prst="rect">
            <a:avLst/>
          </a:prstGeom>
        </p:spPr>
      </p:pic>
      <p:sp>
        <p:nvSpPr>
          <p:cNvPr id="6" name="Rectangle 5">
            <a:extLst>
              <a:ext uri="{FF2B5EF4-FFF2-40B4-BE49-F238E27FC236}">
                <a16:creationId xmlns:a16="http://schemas.microsoft.com/office/drawing/2014/main" id="{34AF8C38-A53B-3F67-483E-2562861F6052}"/>
              </a:ext>
            </a:extLst>
          </p:cNvPr>
          <p:cNvSpPr/>
          <p:nvPr/>
        </p:nvSpPr>
        <p:spPr>
          <a:xfrm rot="20711841">
            <a:off x="7557225" y="4219513"/>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48CBC314-C18F-9ABD-64A5-B3CF7EC89E91}"/>
              </a:ext>
            </a:extLst>
          </p:cNvPr>
          <p:cNvSpPr/>
          <p:nvPr/>
        </p:nvSpPr>
        <p:spPr>
          <a:xfrm>
            <a:off x="9783731" y="4085311"/>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12" name="Rectangle 11">
            <a:extLst>
              <a:ext uri="{FF2B5EF4-FFF2-40B4-BE49-F238E27FC236}">
                <a16:creationId xmlns:a16="http://schemas.microsoft.com/office/drawing/2014/main" id="{46034110-9375-C5B9-7FCD-4B66C38291F1}"/>
              </a:ext>
            </a:extLst>
          </p:cNvPr>
          <p:cNvSpPr/>
          <p:nvPr/>
        </p:nvSpPr>
        <p:spPr>
          <a:xfrm>
            <a:off x="10993337" y="4085311"/>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14" name="Rectangle 13">
            <a:extLst>
              <a:ext uri="{FF2B5EF4-FFF2-40B4-BE49-F238E27FC236}">
                <a16:creationId xmlns:a16="http://schemas.microsoft.com/office/drawing/2014/main" id="{3FAD513F-3B8C-3933-3FED-E075F9B4CCB9}"/>
              </a:ext>
            </a:extLst>
          </p:cNvPr>
          <p:cNvSpPr/>
          <p:nvPr/>
        </p:nvSpPr>
        <p:spPr>
          <a:xfrm>
            <a:off x="8574125" y="3249420"/>
            <a:ext cx="3548624"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16" name="Rectangle 15">
            <a:extLst>
              <a:ext uri="{FF2B5EF4-FFF2-40B4-BE49-F238E27FC236}">
                <a16:creationId xmlns:a16="http://schemas.microsoft.com/office/drawing/2014/main" id="{5D8506D5-15C9-C535-A500-5C1CCB8E3EC6}"/>
              </a:ext>
            </a:extLst>
          </p:cNvPr>
          <p:cNvSpPr/>
          <p:nvPr/>
        </p:nvSpPr>
        <p:spPr>
          <a:xfrm>
            <a:off x="8561658" y="4921202"/>
            <a:ext cx="3548624"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18" name="Rectangle 17">
            <a:extLst>
              <a:ext uri="{FF2B5EF4-FFF2-40B4-BE49-F238E27FC236}">
                <a16:creationId xmlns:a16="http://schemas.microsoft.com/office/drawing/2014/main" id="{D62F08A1-8360-8B59-F393-26C35DE120B2}"/>
              </a:ext>
            </a:extLst>
          </p:cNvPr>
          <p:cNvSpPr/>
          <p:nvPr/>
        </p:nvSpPr>
        <p:spPr>
          <a:xfrm>
            <a:off x="9783731" y="2410883"/>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20" name="Rectangle 19">
            <a:extLst>
              <a:ext uri="{FF2B5EF4-FFF2-40B4-BE49-F238E27FC236}">
                <a16:creationId xmlns:a16="http://schemas.microsoft.com/office/drawing/2014/main" id="{D70F49FA-9A89-19CA-ED70-ECFD0F5671BA}"/>
              </a:ext>
            </a:extLst>
          </p:cNvPr>
          <p:cNvSpPr/>
          <p:nvPr/>
        </p:nvSpPr>
        <p:spPr>
          <a:xfrm>
            <a:off x="10993337" y="2410883"/>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22" name="Rectangle 21">
            <a:extLst>
              <a:ext uri="{FF2B5EF4-FFF2-40B4-BE49-F238E27FC236}">
                <a16:creationId xmlns:a16="http://schemas.microsoft.com/office/drawing/2014/main" id="{4E1F0124-5CAD-C711-13CB-42B228D58032}"/>
              </a:ext>
            </a:extLst>
          </p:cNvPr>
          <p:cNvSpPr/>
          <p:nvPr/>
        </p:nvSpPr>
        <p:spPr>
          <a:xfrm>
            <a:off x="8574125" y="2410883"/>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24" name="Rectangle 23">
            <a:extLst>
              <a:ext uri="{FF2B5EF4-FFF2-40B4-BE49-F238E27FC236}">
                <a16:creationId xmlns:a16="http://schemas.microsoft.com/office/drawing/2014/main" id="{CC123041-0AA5-4E39-C2CC-C4A57A8D468C}"/>
              </a:ext>
            </a:extLst>
          </p:cNvPr>
          <p:cNvSpPr/>
          <p:nvPr/>
        </p:nvSpPr>
        <p:spPr>
          <a:xfrm>
            <a:off x="8561658" y="1572346"/>
            <a:ext cx="3548624"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26" name="Rectangle 25">
            <a:extLst>
              <a:ext uri="{FF2B5EF4-FFF2-40B4-BE49-F238E27FC236}">
                <a16:creationId xmlns:a16="http://schemas.microsoft.com/office/drawing/2014/main" id="{4D79151A-3B70-6183-B097-B7292A6F0D46}"/>
              </a:ext>
            </a:extLst>
          </p:cNvPr>
          <p:cNvSpPr/>
          <p:nvPr/>
        </p:nvSpPr>
        <p:spPr>
          <a:xfrm>
            <a:off x="9783731" y="5765031"/>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28" name="Rectangle 27">
            <a:extLst>
              <a:ext uri="{FF2B5EF4-FFF2-40B4-BE49-F238E27FC236}">
                <a16:creationId xmlns:a16="http://schemas.microsoft.com/office/drawing/2014/main" id="{4765FB92-B196-65DD-52F8-7602EAEE1FED}"/>
              </a:ext>
            </a:extLst>
          </p:cNvPr>
          <p:cNvSpPr/>
          <p:nvPr/>
        </p:nvSpPr>
        <p:spPr>
          <a:xfrm>
            <a:off x="10993337" y="5765031"/>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30" name="Rectangle 29">
            <a:extLst>
              <a:ext uri="{FF2B5EF4-FFF2-40B4-BE49-F238E27FC236}">
                <a16:creationId xmlns:a16="http://schemas.microsoft.com/office/drawing/2014/main" id="{A6AD7DE8-8F6F-D388-07BB-99BF181FBC5D}"/>
              </a:ext>
            </a:extLst>
          </p:cNvPr>
          <p:cNvSpPr/>
          <p:nvPr/>
        </p:nvSpPr>
        <p:spPr>
          <a:xfrm>
            <a:off x="8574125" y="5765031"/>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32" name="Rectangle 31">
            <a:extLst>
              <a:ext uri="{FF2B5EF4-FFF2-40B4-BE49-F238E27FC236}">
                <a16:creationId xmlns:a16="http://schemas.microsoft.com/office/drawing/2014/main" id="{176BC9D0-7711-A04C-009B-B2D814316A50}"/>
              </a:ext>
            </a:extLst>
          </p:cNvPr>
          <p:cNvSpPr/>
          <p:nvPr/>
        </p:nvSpPr>
        <p:spPr>
          <a:xfrm>
            <a:off x="9771264" y="719255"/>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34" name="Rectangle 33">
            <a:extLst>
              <a:ext uri="{FF2B5EF4-FFF2-40B4-BE49-F238E27FC236}">
                <a16:creationId xmlns:a16="http://schemas.microsoft.com/office/drawing/2014/main" id="{5C28C42D-021C-F4FA-256E-AFDAF7BF0160}"/>
              </a:ext>
            </a:extLst>
          </p:cNvPr>
          <p:cNvSpPr/>
          <p:nvPr/>
        </p:nvSpPr>
        <p:spPr>
          <a:xfrm>
            <a:off x="10980870" y="719255"/>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36" name="Rectangle 35">
            <a:extLst>
              <a:ext uri="{FF2B5EF4-FFF2-40B4-BE49-F238E27FC236}">
                <a16:creationId xmlns:a16="http://schemas.microsoft.com/office/drawing/2014/main" id="{68941F0E-18BF-D4C5-1DE9-49BFC760D292}"/>
              </a:ext>
            </a:extLst>
          </p:cNvPr>
          <p:cNvSpPr/>
          <p:nvPr/>
        </p:nvSpPr>
        <p:spPr>
          <a:xfrm>
            <a:off x="8561658" y="719255"/>
            <a:ext cx="1129412"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38" name="Rectangle 37">
            <a:extLst>
              <a:ext uri="{FF2B5EF4-FFF2-40B4-BE49-F238E27FC236}">
                <a16:creationId xmlns:a16="http://schemas.microsoft.com/office/drawing/2014/main" id="{17284C70-5339-C78A-B375-58760E6DC0A2}"/>
              </a:ext>
            </a:extLst>
          </p:cNvPr>
          <p:cNvSpPr/>
          <p:nvPr/>
        </p:nvSpPr>
        <p:spPr>
          <a:xfrm>
            <a:off x="8536371" y="-133836"/>
            <a:ext cx="3548624"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
        <p:nvSpPr>
          <p:cNvPr id="40" name="Rectangle 39">
            <a:extLst>
              <a:ext uri="{FF2B5EF4-FFF2-40B4-BE49-F238E27FC236}">
                <a16:creationId xmlns:a16="http://schemas.microsoft.com/office/drawing/2014/main" id="{15B7301F-A00E-78D7-186D-DC53FEC55E05}"/>
              </a:ext>
            </a:extLst>
          </p:cNvPr>
          <p:cNvSpPr/>
          <p:nvPr/>
        </p:nvSpPr>
        <p:spPr>
          <a:xfrm>
            <a:off x="8574125" y="6618122"/>
            <a:ext cx="3548624" cy="7666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p:txBody>
      </p:sp>
    </p:spTree>
    <p:extLst>
      <p:ext uri="{BB962C8B-B14F-4D97-AF65-F5344CB8AC3E}">
        <p14:creationId xmlns:p14="http://schemas.microsoft.com/office/powerpoint/2010/main" val="694774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403E-EA6C-67DB-131E-5A2BD03EB2C4}"/>
              </a:ext>
            </a:extLst>
          </p:cNvPr>
          <p:cNvSpPr>
            <a:spLocks noGrp="1"/>
          </p:cNvSpPr>
          <p:nvPr>
            <p:ph type="title"/>
          </p:nvPr>
        </p:nvSpPr>
        <p:spPr/>
        <p:txBody>
          <a:bodyPr/>
          <a:lstStyle/>
          <a:p>
            <a:r>
              <a:rPr lang="en-GB" dirty="0"/>
              <a:t>Our goals for today's tutorials</a:t>
            </a:r>
          </a:p>
        </p:txBody>
      </p:sp>
      <p:sp>
        <p:nvSpPr>
          <p:cNvPr id="3" name="Content Placeholder 2">
            <a:extLst>
              <a:ext uri="{FF2B5EF4-FFF2-40B4-BE49-F238E27FC236}">
                <a16:creationId xmlns:a16="http://schemas.microsoft.com/office/drawing/2014/main" id="{EDCA8E17-0051-96B6-8696-D86E6FD34838}"/>
              </a:ext>
            </a:extLst>
          </p:cNvPr>
          <p:cNvSpPr>
            <a:spLocks noGrp="1"/>
          </p:cNvSpPr>
          <p:nvPr>
            <p:ph idx="1"/>
          </p:nvPr>
        </p:nvSpPr>
        <p:spPr/>
        <p:txBody>
          <a:bodyPr/>
          <a:lstStyle/>
          <a:p>
            <a:r>
              <a:rPr lang="en-GB" dirty="0"/>
              <a:t>Part I:</a:t>
            </a:r>
          </a:p>
          <a:p>
            <a:pPr lvl="1"/>
            <a:r>
              <a:rPr lang="en-GB" dirty="0"/>
              <a:t>Introduce you to tools that can be easily integrated into your current workflow yet also impact how you structure your projects in the future:</a:t>
            </a:r>
          </a:p>
          <a:p>
            <a:pPr lvl="2"/>
            <a:r>
              <a:rPr lang="en-GB" dirty="0"/>
              <a:t>Exploring the parameter space with </a:t>
            </a:r>
            <a:r>
              <a:rPr lang="en-GB" dirty="0" err="1"/>
              <a:t>Optuna</a:t>
            </a:r>
            <a:r>
              <a:rPr lang="en-GB" dirty="0"/>
              <a:t>.</a:t>
            </a:r>
          </a:p>
          <a:p>
            <a:pPr lvl="2"/>
            <a:r>
              <a:rPr lang="en-GB" dirty="0"/>
              <a:t>Managing your growing experiments with </a:t>
            </a:r>
            <a:r>
              <a:rPr lang="en-GB" dirty="0" err="1"/>
              <a:t>Mlflow</a:t>
            </a:r>
            <a:r>
              <a:rPr lang="en-GB" dirty="0"/>
              <a:t>.</a:t>
            </a:r>
          </a:p>
          <a:p>
            <a:r>
              <a:rPr lang="en-GB" dirty="0"/>
              <a:t>Part II:</a:t>
            </a:r>
          </a:p>
          <a:p>
            <a:pPr lvl="1"/>
            <a:r>
              <a:rPr lang="en-GB" dirty="0"/>
              <a:t>Show you how these tools come together in a manageable Databricks microcosmos, a mock production environment with reproducibility, configuration driven design and a farm to table overview of working in system. </a:t>
            </a:r>
          </a:p>
          <a:p>
            <a:pPr lvl="1"/>
            <a:endParaRPr lang="en-GB" dirty="0"/>
          </a:p>
          <a:p>
            <a:pPr marL="342900" lvl="1" indent="0">
              <a:buNone/>
            </a:pPr>
            <a:r>
              <a:rPr lang="en-GB" i="1" dirty="0"/>
              <a:t>Practice thinking in terms of systems, not just models.</a:t>
            </a:r>
          </a:p>
          <a:p>
            <a:endParaRPr lang="en-GB" dirty="0"/>
          </a:p>
        </p:txBody>
      </p:sp>
    </p:spTree>
    <p:extLst>
      <p:ext uri="{BB962C8B-B14F-4D97-AF65-F5344CB8AC3E}">
        <p14:creationId xmlns:p14="http://schemas.microsoft.com/office/powerpoint/2010/main" val="4219506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E8D01-D373-4543-EA52-36A210E8042B}"/>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D9C6568C-54AA-18F0-E7F1-EB807B005AF9}"/>
              </a:ext>
            </a:extLst>
          </p:cNvPr>
          <p:cNvSpPr>
            <a:spLocks noGrp="1"/>
          </p:cNvSpPr>
          <p:nvPr>
            <p:ph type="ctrTitle"/>
          </p:nvPr>
        </p:nvSpPr>
        <p:spPr/>
        <p:txBody>
          <a:bodyPr/>
          <a:lstStyle/>
          <a:p>
            <a:r>
              <a:rPr lang="en-GB" noProof="0" dirty="0"/>
              <a:t>Part 1- Tools of the trade</a:t>
            </a:r>
          </a:p>
        </p:txBody>
      </p:sp>
      <p:sp>
        <p:nvSpPr>
          <p:cNvPr id="27" name="Subtitle 2">
            <a:extLst>
              <a:ext uri="{FF2B5EF4-FFF2-40B4-BE49-F238E27FC236}">
                <a16:creationId xmlns:a16="http://schemas.microsoft.com/office/drawing/2014/main" id="{CE613F94-E669-88AE-0A91-8D15B4D41E30}"/>
              </a:ext>
            </a:extLst>
          </p:cNvPr>
          <p:cNvSpPr>
            <a:spLocks noGrp="1"/>
          </p:cNvSpPr>
          <p:nvPr>
            <p:ph type="subTitle" idx="1"/>
          </p:nvPr>
        </p:nvSpPr>
        <p:spPr/>
        <p:txBody>
          <a:bodyPr/>
          <a:lstStyle/>
          <a:p>
            <a:r>
              <a:rPr lang="en-GB" noProof="0" dirty="0"/>
              <a:t>Exploring </a:t>
            </a:r>
            <a:r>
              <a:rPr lang="en-GB" noProof="0" dirty="0" err="1"/>
              <a:t>Mlflow</a:t>
            </a:r>
            <a:r>
              <a:rPr lang="en-GB" noProof="0" dirty="0"/>
              <a:t> and </a:t>
            </a:r>
            <a:r>
              <a:rPr lang="en-GB" noProof="0" dirty="0" err="1"/>
              <a:t>Optuna</a:t>
            </a:r>
            <a:endParaRPr lang="en-GB" noProof="0" dirty="0"/>
          </a:p>
        </p:txBody>
      </p:sp>
    </p:spTree>
    <p:extLst>
      <p:ext uri="{BB962C8B-B14F-4D97-AF65-F5344CB8AC3E}">
        <p14:creationId xmlns:p14="http://schemas.microsoft.com/office/powerpoint/2010/main" val="3274870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0D72C-C457-CC36-486C-7DE75CD18C16}"/>
              </a:ext>
            </a:extLst>
          </p:cNvPr>
          <p:cNvSpPr>
            <a:spLocks noGrp="1"/>
          </p:cNvSpPr>
          <p:nvPr>
            <p:ph type="title"/>
          </p:nvPr>
        </p:nvSpPr>
        <p:spPr/>
        <p:txBody>
          <a:bodyPr/>
          <a:lstStyle/>
          <a:p>
            <a:r>
              <a:rPr lang="en-GB" noProof="0" dirty="0"/>
              <a:t>Hyperparameter selection (</a:t>
            </a:r>
            <a:r>
              <a:rPr lang="en-GB" noProof="0" dirty="0" err="1"/>
              <a:t>Optuna</a:t>
            </a:r>
            <a:r>
              <a:rPr lang="en-GB" noProof="0" dirty="0"/>
              <a:t>)</a:t>
            </a:r>
          </a:p>
        </p:txBody>
      </p:sp>
      <p:sp>
        <p:nvSpPr>
          <p:cNvPr id="3" name="Content Placeholder 2">
            <a:extLst>
              <a:ext uri="{FF2B5EF4-FFF2-40B4-BE49-F238E27FC236}">
                <a16:creationId xmlns:a16="http://schemas.microsoft.com/office/drawing/2014/main" id="{5AE77430-17CA-96BD-FA26-234531FEFE86}"/>
              </a:ext>
            </a:extLst>
          </p:cNvPr>
          <p:cNvSpPr>
            <a:spLocks noGrp="1"/>
          </p:cNvSpPr>
          <p:nvPr>
            <p:ph idx="1"/>
          </p:nvPr>
        </p:nvSpPr>
        <p:spPr/>
        <p:txBody>
          <a:bodyPr>
            <a:normAutofit lnSpcReduction="10000"/>
          </a:bodyPr>
          <a:lstStyle/>
          <a:p>
            <a:pPr marL="0" indent="0">
              <a:buNone/>
            </a:pPr>
            <a:r>
              <a:rPr lang="en-GB" i="1" dirty="0">
                <a:solidFill>
                  <a:schemeClr val="bg1">
                    <a:lumMod val="65000"/>
                  </a:schemeClr>
                </a:solidFill>
              </a:rPr>
              <a:t>“Quis </a:t>
            </a:r>
            <a:r>
              <a:rPr lang="en-GB" i="1" dirty="0" err="1">
                <a:solidFill>
                  <a:schemeClr val="bg1">
                    <a:lumMod val="65000"/>
                  </a:schemeClr>
                </a:solidFill>
              </a:rPr>
              <a:t>parametros</a:t>
            </a:r>
            <a:r>
              <a:rPr lang="en-GB" i="1" dirty="0">
                <a:solidFill>
                  <a:schemeClr val="bg1">
                    <a:lumMod val="65000"/>
                  </a:schemeClr>
                </a:solidFill>
              </a:rPr>
              <a:t> </a:t>
            </a:r>
            <a:r>
              <a:rPr lang="en-GB" i="1" dirty="0" err="1">
                <a:solidFill>
                  <a:schemeClr val="bg1">
                    <a:lumMod val="65000"/>
                  </a:schemeClr>
                </a:solidFill>
              </a:rPr>
              <a:t>ipsos</a:t>
            </a:r>
            <a:r>
              <a:rPr lang="en-GB" i="1" dirty="0">
                <a:solidFill>
                  <a:schemeClr val="bg1">
                    <a:lumMod val="65000"/>
                  </a:schemeClr>
                </a:solidFill>
              </a:rPr>
              <a:t>  </a:t>
            </a:r>
            <a:r>
              <a:rPr lang="en-GB" i="1" dirty="0" err="1">
                <a:solidFill>
                  <a:schemeClr val="bg1">
                    <a:lumMod val="65000"/>
                  </a:schemeClr>
                </a:solidFill>
              </a:rPr>
              <a:t>parametrizat</a:t>
            </a:r>
            <a:r>
              <a:rPr lang="en-GB" i="1" dirty="0">
                <a:solidFill>
                  <a:schemeClr val="bg1">
                    <a:lumMod val="65000"/>
                  </a:schemeClr>
                </a:solidFill>
              </a:rPr>
              <a:t>?”</a:t>
            </a:r>
            <a:endParaRPr lang="en-GB" i="1" noProof="0" dirty="0">
              <a:solidFill>
                <a:schemeClr val="bg1">
                  <a:lumMod val="65000"/>
                </a:schemeClr>
              </a:solidFill>
            </a:endParaRPr>
          </a:p>
          <a:p>
            <a:pPr marL="0" indent="0">
              <a:buNone/>
            </a:pPr>
            <a:endParaRPr lang="en-GB" dirty="0"/>
          </a:p>
          <a:p>
            <a:pPr marL="0" indent="0">
              <a:buNone/>
            </a:pPr>
            <a:r>
              <a:rPr lang="en-GB" noProof="0" dirty="0" err="1"/>
              <a:t>Optuna</a:t>
            </a:r>
            <a:r>
              <a:rPr lang="en-GB" noProof="0" dirty="0"/>
              <a:t> is a library for hyperparameter optimization that attempts to go beyond grid or random searches by modelling the statistical importance of the parameters over several training runs.</a:t>
            </a:r>
          </a:p>
          <a:p>
            <a:pPr marL="0" indent="0">
              <a:buNone/>
            </a:pPr>
            <a:endParaRPr lang="en-GB" noProof="0" dirty="0"/>
          </a:p>
          <a:p>
            <a:pPr marL="0" indent="0">
              <a:buNone/>
            </a:pPr>
            <a:r>
              <a:rPr lang="en-GB" noProof="0" dirty="0"/>
              <a:t>We initialize a study that orchestrates this optimization process and define objectives that return the final metric we are optimizing. Over time the trials should sample from a more ideal set of hyperparameter than doing so randomly.</a:t>
            </a:r>
          </a:p>
          <a:p>
            <a:pPr marL="0" indent="0">
              <a:buNone/>
            </a:pPr>
            <a:endParaRPr lang="en-GB" noProof="0" dirty="0"/>
          </a:p>
          <a:p>
            <a:pPr marL="0" indent="0">
              <a:buNone/>
            </a:pPr>
            <a:r>
              <a:rPr lang="en-GB" noProof="0" dirty="0"/>
              <a:t>Also has a GUI thanks to </a:t>
            </a:r>
            <a:r>
              <a:rPr lang="en-GB" noProof="0" dirty="0" err="1"/>
              <a:t>optuna</a:t>
            </a:r>
            <a:r>
              <a:rPr lang="en-GB" noProof="0" dirty="0"/>
              <a:t>-dashboard!</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269169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836E7-C7AC-DFBD-1F1D-6FC57ADFDDEE}"/>
              </a:ext>
            </a:extLst>
          </p:cNvPr>
          <p:cNvSpPr>
            <a:spLocks noGrp="1"/>
          </p:cNvSpPr>
          <p:nvPr>
            <p:ph type="title"/>
          </p:nvPr>
        </p:nvSpPr>
        <p:spPr/>
        <p:txBody>
          <a:bodyPr/>
          <a:lstStyle/>
          <a:p>
            <a:r>
              <a:rPr lang="en-GB" noProof="0" dirty="0"/>
              <a:t>Studies</a:t>
            </a:r>
          </a:p>
        </p:txBody>
      </p:sp>
      <p:sp>
        <p:nvSpPr>
          <p:cNvPr id="3" name="Content Placeholder 2">
            <a:extLst>
              <a:ext uri="{FF2B5EF4-FFF2-40B4-BE49-F238E27FC236}">
                <a16:creationId xmlns:a16="http://schemas.microsoft.com/office/drawing/2014/main" id="{340B4D41-D596-15DD-E2F6-2927CA68D355}"/>
              </a:ext>
            </a:extLst>
          </p:cNvPr>
          <p:cNvSpPr>
            <a:spLocks noGrp="1"/>
          </p:cNvSpPr>
          <p:nvPr>
            <p:ph idx="1"/>
          </p:nvPr>
        </p:nvSpPr>
        <p:spPr/>
        <p:txBody>
          <a:bodyPr>
            <a:normAutofit/>
          </a:bodyPr>
          <a:lstStyle/>
          <a:p>
            <a:pPr marL="0" indent="0">
              <a:buNone/>
            </a:pPr>
            <a:r>
              <a:rPr lang="en-GB" noProof="0" dirty="0"/>
              <a:t>A Study is a collection of different objectives being optimized.</a:t>
            </a:r>
          </a:p>
          <a:p>
            <a:pPr marL="0" indent="0">
              <a:buNone/>
            </a:pPr>
            <a:endParaRPr lang="en-GB" noProof="0" dirty="0"/>
          </a:p>
          <a:p>
            <a:pPr lvl="1">
              <a:buNone/>
            </a:pPr>
            <a:r>
              <a:rPr lang="en-GB" noProof="0" dirty="0">
                <a:solidFill>
                  <a:schemeClr val="tx1">
                    <a:lumMod val="75000"/>
                    <a:lumOff val="25000"/>
                  </a:schemeClr>
                </a:solidFill>
                <a:latin typeface="JetBrains Mono"/>
              </a:rPr>
              <a:t>study = </a:t>
            </a:r>
            <a:r>
              <a:rPr lang="en-GB" noProof="0" dirty="0" err="1">
                <a:solidFill>
                  <a:schemeClr val="tx1">
                    <a:lumMod val="75000"/>
                    <a:lumOff val="25000"/>
                  </a:schemeClr>
                </a:solidFill>
                <a:latin typeface="JetBrains Mono"/>
              </a:rPr>
              <a:t>Optuna.create_study</a:t>
            </a:r>
            <a:r>
              <a:rPr lang="en-GB" noProof="0" dirty="0">
                <a:solidFill>
                  <a:srgbClr val="A9B7C6"/>
                </a:solidFill>
                <a:latin typeface="JetBrains Mono"/>
              </a:rPr>
              <a:t>(</a:t>
            </a:r>
            <a:br>
              <a:rPr lang="en-GB" noProof="0" dirty="0">
                <a:solidFill>
                  <a:srgbClr val="A9B7C6"/>
                </a:solidFill>
                <a:latin typeface="JetBrains Mono"/>
              </a:rPr>
            </a:br>
            <a:r>
              <a:rPr lang="en-GB" noProof="0" dirty="0">
                <a:solidFill>
                  <a:srgbClr val="A9B7C6"/>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a:solidFill>
                  <a:schemeClr val="tx1">
                    <a:lumMod val="50000"/>
                    <a:lumOff val="50000"/>
                  </a:schemeClr>
                </a:solidFill>
                <a:latin typeface="JetBrains Mono"/>
              </a:rPr>
              <a:t>storage</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&lt;Storage for trials, if None uses in memory storage.</a:t>
            </a:r>
            <a:br>
              <a:rPr lang="en-GB" noProof="0" dirty="0">
                <a:solidFill>
                  <a:srgbClr val="00B050"/>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pruner</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a:t>
            </a:r>
            <a:r>
              <a:rPr lang="en-GB" noProof="0" dirty="0" err="1">
                <a:solidFill>
                  <a:srgbClr val="00B050"/>
                </a:solidFill>
                <a:latin typeface="JetBrains Mono"/>
              </a:rPr>
              <a:t>Optuna</a:t>
            </a:r>
            <a:r>
              <a:rPr lang="en-GB" noProof="0" dirty="0">
                <a:solidFill>
                  <a:srgbClr val="00B050"/>
                </a:solidFill>
                <a:latin typeface="JetBrains Mono"/>
              </a:rPr>
              <a:t> pruner if so desired, we will return to this.</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err="1">
                <a:solidFill>
                  <a:schemeClr val="tx1">
                    <a:lumMod val="50000"/>
                    <a:lumOff val="50000"/>
                  </a:schemeClr>
                </a:solidFill>
                <a:latin typeface="JetBrains Mono"/>
              </a:rPr>
              <a:t>study_name</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&lt;Study name, generated automatically if left empty.</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str</a:t>
            </a:r>
            <a:r>
              <a:rPr lang="en-GB" noProof="0" dirty="0">
                <a:solidFill>
                  <a:srgbClr val="8888C6"/>
                </a:solidFill>
                <a:latin typeface="JetBrains Mono"/>
              </a:rPr>
              <a:t> </a:t>
            </a:r>
            <a:r>
              <a:rPr lang="en-GB" noProof="0" dirty="0">
                <a:solidFill>
                  <a:schemeClr val="tx1">
                    <a:lumMod val="50000"/>
                    <a:lumOff val="50000"/>
                  </a:schemeClr>
                </a:solidFill>
                <a:latin typeface="JetBrains Mono"/>
              </a:rPr>
              <a:t>direction</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&lt;Trying to “minimize” or “maximize” metric?</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chemeClr val="tx2">
                    <a:lumMod val="60000"/>
                    <a:lumOff val="40000"/>
                  </a:schemeClr>
                </a:solidFill>
                <a:latin typeface="JetBrains Mono"/>
              </a:rPr>
              <a:t>bool</a:t>
            </a:r>
            <a:r>
              <a:rPr lang="en-GB" noProof="0" dirty="0">
                <a:solidFill>
                  <a:srgbClr val="8888C6"/>
                </a:solidFill>
                <a:latin typeface="JetBrains Mono"/>
              </a:rPr>
              <a:t> </a:t>
            </a:r>
            <a:r>
              <a:rPr lang="en-GB" noProof="0" dirty="0" err="1">
                <a:solidFill>
                  <a:schemeClr val="tx1">
                    <a:lumMod val="50000"/>
                    <a:lumOff val="50000"/>
                  </a:schemeClr>
                </a:solidFill>
                <a:latin typeface="JetBrains Mono"/>
              </a:rPr>
              <a:t>load_if_exists</a:t>
            </a:r>
            <a:r>
              <a:rPr lang="en-GB" noProof="0" dirty="0">
                <a:solidFill>
                  <a:srgbClr val="A9B7C6"/>
                </a:solidFill>
                <a:latin typeface="JetBrains Mono"/>
              </a:rPr>
              <a:t>=</a:t>
            </a:r>
            <a:r>
              <a:rPr lang="en-GB" noProof="0" dirty="0">
                <a:solidFill>
                  <a:srgbClr val="FFC000"/>
                </a:solidFill>
                <a:latin typeface="JetBrains Mono"/>
              </a:rPr>
              <a:t>False</a:t>
            </a:r>
            <a:r>
              <a:rPr lang="en-GB" noProof="0" dirty="0">
                <a:solidFill>
                  <a:srgbClr val="CC7832"/>
                </a:solidFill>
                <a:latin typeface="JetBrains Mono"/>
              </a:rPr>
              <a:t>,	</a:t>
            </a:r>
            <a:r>
              <a:rPr lang="en-GB" noProof="0" dirty="0">
                <a:solidFill>
                  <a:srgbClr val="00B050"/>
                </a:solidFill>
                <a:latin typeface="JetBrains Mono"/>
              </a:rPr>
              <a:t>&lt;Return existing study with same name?</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rgbClr val="A9B7C6"/>
                </a:solidFill>
                <a:latin typeface="JetBrains Mono"/>
              </a:rPr>
              <a:t>[</a:t>
            </a:r>
            <a:r>
              <a:rPr lang="en-GB" noProof="0" dirty="0">
                <a:solidFill>
                  <a:schemeClr val="tx2">
                    <a:lumMod val="60000"/>
                    <a:lumOff val="40000"/>
                  </a:schemeClr>
                </a:solidFill>
                <a:latin typeface="JetBrains Mono"/>
              </a:rPr>
              <a:t>str</a:t>
            </a:r>
            <a:r>
              <a:rPr lang="en-GB" noProof="0" dirty="0">
                <a:solidFill>
                  <a:srgbClr val="A9B7C6"/>
                </a:solidFill>
                <a:latin typeface="JetBrains Mono"/>
              </a:rPr>
              <a:t>] </a:t>
            </a:r>
            <a:r>
              <a:rPr lang="en-GB" noProof="0" dirty="0">
                <a:solidFill>
                  <a:schemeClr val="tx1">
                    <a:lumMod val="50000"/>
                    <a:lumOff val="50000"/>
                  </a:schemeClr>
                </a:solidFill>
                <a:latin typeface="JetBrains Mono"/>
              </a:rPr>
              <a:t>directions</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CC7832"/>
                </a:solidFill>
                <a:latin typeface="JetBrains Mono"/>
              </a:rPr>
              <a:t>	</a:t>
            </a:r>
            <a:r>
              <a:rPr lang="en-GB" noProof="0" dirty="0">
                <a:solidFill>
                  <a:srgbClr val="00B050"/>
                </a:solidFill>
                <a:latin typeface="JetBrains Mono"/>
              </a:rPr>
              <a:t>&lt;List of directions for multiple objectives.</a:t>
            </a:r>
            <a:br>
              <a:rPr lang="en-GB" noProof="0" dirty="0">
                <a:solidFill>
                  <a:srgbClr val="CC7832"/>
                </a:solidFill>
                <a:latin typeface="JetBrains Mono"/>
              </a:rPr>
            </a:br>
            <a:r>
              <a:rPr lang="en-GB" noProof="0" dirty="0">
                <a:solidFill>
                  <a:srgbClr val="CC7832"/>
                </a:solidFill>
                <a:latin typeface="JetBrains Mono"/>
              </a:rPr>
              <a:t>            </a:t>
            </a:r>
            <a:r>
              <a:rPr lang="en-GB" noProof="0" dirty="0">
                <a:solidFill>
                  <a:srgbClr val="A9B7C6"/>
                </a:solidFill>
                <a:latin typeface="JetBrains Mono"/>
              </a:rPr>
              <a:t>) </a:t>
            </a:r>
          </a:p>
          <a:p>
            <a:pPr marL="0" indent="0">
              <a:buNone/>
            </a:pPr>
            <a:br>
              <a:rPr lang="en-GB" noProof="0" dirty="0"/>
            </a:br>
            <a:r>
              <a:rPr lang="en-GB" noProof="0" dirty="0"/>
              <a:t>Yields an </a:t>
            </a:r>
            <a:r>
              <a:rPr lang="en-GB" noProof="0" dirty="0" err="1"/>
              <a:t>optuna.study.Study</a:t>
            </a:r>
            <a:r>
              <a:rPr lang="en-GB" noProof="0" dirty="0"/>
              <a:t> object...</a:t>
            </a:r>
          </a:p>
          <a:p>
            <a:pPr marL="0" indent="0">
              <a:buNone/>
            </a:pPr>
            <a:endParaRPr lang="en-GB" noProof="0" dirty="0"/>
          </a:p>
          <a:p>
            <a:pPr marL="0" indent="0">
              <a:buNone/>
            </a:pPr>
            <a:endParaRPr lang="en-GB" noProof="0" dirty="0"/>
          </a:p>
        </p:txBody>
      </p:sp>
    </p:spTree>
    <p:extLst>
      <p:ext uri="{BB962C8B-B14F-4D97-AF65-F5344CB8AC3E}">
        <p14:creationId xmlns:p14="http://schemas.microsoft.com/office/powerpoint/2010/main" val="2402525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80949-D282-A640-7811-371BE5500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589019-11A4-D39E-5788-BFC494346846}"/>
              </a:ext>
            </a:extLst>
          </p:cNvPr>
          <p:cNvSpPr>
            <a:spLocks noGrp="1"/>
          </p:cNvSpPr>
          <p:nvPr>
            <p:ph type="title"/>
          </p:nvPr>
        </p:nvSpPr>
        <p:spPr/>
        <p:txBody>
          <a:bodyPr/>
          <a:lstStyle/>
          <a:p>
            <a:r>
              <a:rPr lang="en-GB" noProof="0" dirty="0"/>
              <a:t>Studies</a:t>
            </a:r>
          </a:p>
        </p:txBody>
      </p:sp>
      <p:sp>
        <p:nvSpPr>
          <p:cNvPr id="3" name="Content Placeholder 2">
            <a:extLst>
              <a:ext uri="{FF2B5EF4-FFF2-40B4-BE49-F238E27FC236}">
                <a16:creationId xmlns:a16="http://schemas.microsoft.com/office/drawing/2014/main" id="{E8D351D2-1F56-FEC5-1E36-98F26E795851}"/>
              </a:ext>
            </a:extLst>
          </p:cNvPr>
          <p:cNvSpPr>
            <a:spLocks noGrp="1"/>
          </p:cNvSpPr>
          <p:nvPr>
            <p:ph idx="1"/>
          </p:nvPr>
        </p:nvSpPr>
        <p:spPr/>
        <p:txBody>
          <a:bodyPr>
            <a:normAutofit/>
          </a:bodyPr>
          <a:lstStyle/>
          <a:p>
            <a:pPr marL="0" indent="0">
              <a:buNone/>
            </a:pPr>
            <a:r>
              <a:rPr lang="en-GB" noProof="0" dirty="0"/>
              <a:t>…That can be optimized:</a:t>
            </a:r>
          </a:p>
          <a:p>
            <a:pPr marL="0" indent="0">
              <a:buNone/>
            </a:pPr>
            <a:endParaRPr lang="en-GB" noProof="0" dirty="0"/>
          </a:p>
          <a:p>
            <a:pPr marL="0" indent="0">
              <a:buNone/>
            </a:pPr>
            <a:r>
              <a:rPr lang="en-GB" noProof="0" dirty="0" err="1">
                <a:solidFill>
                  <a:schemeClr val="tx1">
                    <a:lumMod val="75000"/>
                    <a:lumOff val="25000"/>
                  </a:schemeClr>
                </a:solidFill>
                <a:latin typeface="JetBrains Mono"/>
              </a:rPr>
              <a:t>study.optimize</a:t>
            </a:r>
            <a:r>
              <a:rPr lang="en-GB" noProof="0" dirty="0">
                <a:solidFill>
                  <a:srgbClr val="A9B7C6"/>
                </a:solidFill>
                <a:latin typeface="JetBrains Mono"/>
              </a:rPr>
              <a:t>(</a:t>
            </a:r>
          </a:p>
          <a:p>
            <a:pPr marL="0" indent="0">
              <a:buNone/>
            </a:pPr>
            <a:r>
              <a:rPr lang="en-GB" noProof="0" dirty="0">
                <a:solidFill>
                  <a:srgbClr val="A9B7C6"/>
                </a:solidFill>
                <a:latin typeface="JetBrains Mono"/>
              </a:rPr>
              <a:t>			</a:t>
            </a:r>
            <a:r>
              <a:rPr lang="en-GB" noProof="0" dirty="0" err="1">
                <a:solidFill>
                  <a:schemeClr val="tx2">
                    <a:lumMod val="60000"/>
                    <a:lumOff val="40000"/>
                  </a:schemeClr>
                </a:solidFill>
                <a:latin typeface="JetBrains Mono"/>
              </a:rPr>
              <a:t>func</a:t>
            </a:r>
            <a:r>
              <a:rPr lang="en-GB" noProof="0" dirty="0">
                <a:solidFill>
                  <a:srgbClr val="A9B7C6"/>
                </a:solidFill>
                <a:latin typeface="JetBrains Mono"/>
              </a:rPr>
              <a:t>,</a:t>
            </a:r>
            <a:r>
              <a:rPr lang="en-GB" noProof="0" dirty="0">
                <a:solidFill>
                  <a:srgbClr val="00B050"/>
                </a:solidFill>
                <a:latin typeface="JetBrains Mono"/>
              </a:rPr>
              <a:t> &lt;Objective function to optimize.</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r>
              <a:rPr lang="en-GB" noProof="0" dirty="0">
                <a:solidFill>
                  <a:schemeClr val="tx2">
                    <a:lumMod val="60000"/>
                    <a:lumOff val="40000"/>
                  </a:schemeClr>
                </a:solidFill>
                <a:latin typeface="JetBrains Mono"/>
              </a:rPr>
              <a:t>int</a:t>
            </a:r>
            <a:r>
              <a:rPr lang="en-GB" noProof="0" dirty="0">
                <a:solidFill>
                  <a:srgbClr val="A9B7C6"/>
                </a:solidFill>
                <a:latin typeface="JetBrains Mono"/>
              </a:rPr>
              <a:t> </a:t>
            </a:r>
            <a:r>
              <a:rPr lang="en-GB" noProof="0" dirty="0" err="1">
                <a:solidFill>
                  <a:schemeClr val="tx1">
                    <a:lumMod val="50000"/>
                    <a:lumOff val="50000"/>
                  </a:schemeClr>
                </a:solidFill>
                <a:latin typeface="JetBrains Mono"/>
              </a:rPr>
              <a:t>n_trials</a:t>
            </a:r>
            <a:r>
              <a:rPr lang="en-GB" noProof="0" dirty="0">
                <a:solidFill>
                  <a:srgbClr val="A9B7C6"/>
                </a:solidFill>
                <a:latin typeface="JetBrains Mono"/>
              </a:rPr>
              <a:t>=</a:t>
            </a:r>
            <a:r>
              <a:rPr lang="en-GB" noProof="0" dirty="0">
                <a:solidFill>
                  <a:srgbClr val="FFC000"/>
                </a:solidFill>
                <a:latin typeface="JetBrains Mono"/>
              </a:rPr>
              <a:t>None</a:t>
            </a:r>
            <a:r>
              <a:rPr lang="en-GB" noProof="0" dirty="0">
                <a:solidFill>
                  <a:srgbClr val="A9B7C6"/>
                </a:solidFill>
                <a:latin typeface="JetBrains Mono"/>
              </a:rPr>
              <a:t>, </a:t>
            </a:r>
            <a:r>
              <a:rPr lang="en-GB" noProof="0" dirty="0">
                <a:solidFill>
                  <a:srgbClr val="00B050"/>
                </a:solidFill>
                <a:latin typeface="JetBrains Mono"/>
              </a:rPr>
              <a:t>&lt;Number of trials to run.</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r>
              <a:rPr lang="en-GB" noProof="0" dirty="0">
                <a:solidFill>
                  <a:schemeClr val="tx2">
                    <a:lumMod val="60000"/>
                    <a:lumOff val="40000"/>
                  </a:schemeClr>
                </a:solidFill>
                <a:latin typeface="JetBrains Mono"/>
              </a:rPr>
              <a:t>float</a:t>
            </a:r>
            <a:r>
              <a:rPr lang="en-GB" noProof="0" dirty="0">
                <a:solidFill>
                  <a:srgbClr val="A9B7C6"/>
                </a:solidFill>
                <a:latin typeface="JetBrains Mono"/>
              </a:rPr>
              <a:t> </a:t>
            </a:r>
            <a:r>
              <a:rPr lang="en-GB" noProof="0" dirty="0">
                <a:solidFill>
                  <a:schemeClr val="tx1">
                    <a:lumMod val="50000"/>
                    <a:lumOff val="50000"/>
                  </a:schemeClr>
                </a:solidFill>
                <a:latin typeface="JetBrains Mono"/>
              </a:rPr>
              <a:t>timeout</a:t>
            </a:r>
            <a:r>
              <a:rPr lang="en-GB" noProof="0" dirty="0">
                <a:solidFill>
                  <a:srgbClr val="A9B7C6"/>
                </a:solidFill>
                <a:latin typeface="JetBrains Mono"/>
              </a:rPr>
              <a:t>= </a:t>
            </a:r>
            <a:r>
              <a:rPr lang="en-GB" noProof="0" dirty="0">
                <a:solidFill>
                  <a:srgbClr val="FFC000"/>
                </a:solidFill>
                <a:latin typeface="JetBrains Mono"/>
              </a:rPr>
              <a:t>None</a:t>
            </a:r>
            <a:r>
              <a:rPr lang="en-GB" noProof="0" dirty="0">
                <a:solidFill>
                  <a:srgbClr val="A9B7C6"/>
                </a:solidFill>
                <a:latin typeface="JetBrains Mono"/>
              </a:rPr>
              <a:t> </a:t>
            </a:r>
            <a:r>
              <a:rPr lang="en-GB" noProof="0" dirty="0">
                <a:solidFill>
                  <a:srgbClr val="00B050"/>
                </a:solidFill>
                <a:latin typeface="JetBrains Mono"/>
              </a:rPr>
              <a:t>&lt;Maximum time allowed to optimize study.</a:t>
            </a:r>
            <a:endParaRPr lang="en-GB" noProof="0" dirty="0">
              <a:solidFill>
                <a:srgbClr val="A9B7C6"/>
              </a:solidFill>
              <a:latin typeface="JetBrains Mono"/>
            </a:endParaRPr>
          </a:p>
          <a:p>
            <a:pPr marL="0" indent="0">
              <a:buNone/>
            </a:pPr>
            <a:r>
              <a:rPr lang="en-GB" noProof="0" dirty="0">
                <a:solidFill>
                  <a:srgbClr val="A9B7C6"/>
                </a:solidFill>
                <a:latin typeface="JetBrains Mono"/>
              </a:rPr>
              <a:t>			)</a:t>
            </a:r>
          </a:p>
          <a:p>
            <a:pPr marL="0" indent="0">
              <a:buNone/>
            </a:pPr>
            <a:endParaRPr lang="en-GB" noProof="0" dirty="0"/>
          </a:p>
          <a:p>
            <a:pPr marL="0" indent="0">
              <a:buNone/>
            </a:pPr>
            <a:r>
              <a:rPr lang="en-GB" i="1" noProof="0" dirty="0">
                <a:solidFill>
                  <a:schemeClr val="bg1">
                    <a:lumMod val="50000"/>
                  </a:schemeClr>
                </a:solidFill>
              </a:rPr>
              <a:t>(Additional arguments available…)</a:t>
            </a:r>
          </a:p>
          <a:p>
            <a:pPr marL="0" indent="0">
              <a:buNone/>
            </a:pPr>
            <a:endParaRPr lang="en-GB" noProof="0" dirty="0"/>
          </a:p>
        </p:txBody>
      </p:sp>
    </p:spTree>
    <p:extLst>
      <p:ext uri="{BB962C8B-B14F-4D97-AF65-F5344CB8AC3E}">
        <p14:creationId xmlns:p14="http://schemas.microsoft.com/office/powerpoint/2010/main" val="231566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5A6A1-D3E2-7D25-0038-F094766F7598}"/>
              </a:ext>
            </a:extLst>
          </p:cNvPr>
          <p:cNvSpPr>
            <a:spLocks noGrp="1"/>
          </p:cNvSpPr>
          <p:nvPr>
            <p:ph type="title"/>
          </p:nvPr>
        </p:nvSpPr>
        <p:spPr/>
        <p:txBody>
          <a:bodyPr/>
          <a:lstStyle/>
          <a:p>
            <a:r>
              <a:rPr lang="en-GB" noProof="0" dirty="0"/>
              <a:t>Suggest</a:t>
            </a:r>
          </a:p>
        </p:txBody>
      </p:sp>
      <p:sp>
        <p:nvSpPr>
          <p:cNvPr id="3" name="Content Placeholder 2">
            <a:extLst>
              <a:ext uri="{FF2B5EF4-FFF2-40B4-BE49-F238E27FC236}">
                <a16:creationId xmlns:a16="http://schemas.microsoft.com/office/drawing/2014/main" id="{EC650A25-1CDD-4588-4B35-4CF384D9973F}"/>
              </a:ext>
            </a:extLst>
          </p:cNvPr>
          <p:cNvSpPr>
            <a:spLocks noGrp="1"/>
          </p:cNvSpPr>
          <p:nvPr>
            <p:ph idx="1"/>
          </p:nvPr>
        </p:nvSpPr>
        <p:spPr/>
        <p:txBody>
          <a:bodyPr/>
          <a:lstStyle/>
          <a:p>
            <a:pPr marL="0" indent="0">
              <a:buNone/>
            </a:pPr>
            <a:r>
              <a:rPr lang="en-GB" noProof="0" dirty="0"/>
              <a:t>For each new trial, the suggest methods invoked inside the objective provides an informed guess as to what parameters influences the objective metrics in the desired directions.</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Trial.suggest_float</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step</a:t>
            </a:r>
            <a:r>
              <a:rPr lang="en-GB" noProof="0" dirty="0">
                <a:solidFill>
                  <a:srgbClr val="A9B7C6"/>
                </a:solidFill>
                <a:effectLst/>
                <a:latin typeface="JetBrains Mono"/>
              </a:rPr>
              <a:t>=</a:t>
            </a:r>
            <a:r>
              <a:rPr lang="en-GB" noProof="0" dirty="0">
                <a:solidFill>
                  <a:srgbClr val="FFC000"/>
                </a:solidFill>
                <a:effectLst/>
                <a:latin typeface="JetBrains Mono"/>
              </a:rPr>
              <a:t>None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bool</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log</a:t>
            </a:r>
            <a:r>
              <a:rPr lang="en-GB" noProof="0" dirty="0">
                <a:solidFill>
                  <a:srgbClr val="A9B7C6"/>
                </a:solidFill>
                <a:effectLst/>
                <a:latin typeface="JetBrains Mono"/>
              </a:rPr>
              <a:t>=</a:t>
            </a:r>
            <a:r>
              <a:rPr lang="en-GB" noProof="0" dirty="0">
                <a:solidFill>
                  <a:srgbClr val="FFC000"/>
                </a:solidFill>
                <a:effectLst/>
                <a:latin typeface="JetBrains Mono"/>
              </a:rPr>
              <a:t>False</a:t>
            </a:r>
            <a:r>
              <a:rPr lang="en-GB" noProof="0" dirty="0">
                <a:solidFill>
                  <a:srgbClr val="A9B7C6"/>
                </a:solidFill>
                <a:effectLst/>
                <a:latin typeface="JetBrains Mono"/>
              </a:rPr>
              <a:t>)</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Trial.suggest_int</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rgbClr val="72737A"/>
                </a:solidFill>
                <a:effectLst/>
                <a:latin typeface="JetBrains Mono"/>
              </a:rPr>
              <a:t>step</a:t>
            </a:r>
            <a:r>
              <a:rPr lang="en-GB" noProof="0" dirty="0">
                <a:solidFill>
                  <a:srgbClr val="A9B7C6"/>
                </a:solidFill>
                <a:effectLst/>
                <a:latin typeface="JetBrains Mono"/>
              </a:rPr>
              <a:t>=</a:t>
            </a:r>
            <a:r>
              <a:rPr lang="en-GB" noProof="0" dirty="0">
                <a:solidFill>
                  <a:srgbClr val="FFC000"/>
                </a:solidFill>
                <a:effectLst/>
                <a:latin typeface="JetBrains Mono"/>
              </a:rPr>
              <a:t>None</a:t>
            </a:r>
            <a:r>
              <a:rPr lang="en-GB" noProof="0" dirty="0">
                <a:solidFill>
                  <a:srgbClr val="CC7832"/>
                </a:solidFill>
                <a:effectLst/>
                <a:latin typeface="JetBrains Mono"/>
              </a:rPr>
              <a:t>, </a:t>
            </a:r>
            <a:r>
              <a:rPr lang="en-GB" dirty="0">
                <a:solidFill>
                  <a:schemeClr val="tx2">
                    <a:lumMod val="60000"/>
                    <a:lumOff val="40000"/>
                  </a:schemeClr>
                </a:solidFill>
                <a:latin typeface="JetBrains Mono"/>
              </a:rPr>
              <a:t>bool</a:t>
            </a:r>
            <a:r>
              <a:rPr lang="en-GB" noProof="0" dirty="0">
                <a:solidFill>
                  <a:srgbClr val="8888C6"/>
                </a:solidFill>
                <a:effectLst/>
                <a:latin typeface="JetBrains Mono"/>
              </a:rPr>
              <a:t> </a:t>
            </a:r>
            <a:r>
              <a:rPr lang="en-GB" noProof="0" dirty="0">
                <a:solidFill>
                  <a:srgbClr val="72737A"/>
                </a:solidFill>
                <a:effectLst/>
                <a:latin typeface="JetBrains Mono"/>
              </a:rPr>
              <a:t>log</a:t>
            </a:r>
            <a:r>
              <a:rPr lang="en-GB" noProof="0" dirty="0">
                <a:solidFill>
                  <a:srgbClr val="A9B7C6"/>
                </a:solidFill>
                <a:effectLst/>
                <a:latin typeface="JetBrains Mono"/>
              </a:rPr>
              <a:t>=</a:t>
            </a:r>
            <a:r>
              <a:rPr lang="en-GB" noProof="0" dirty="0">
                <a:solidFill>
                  <a:srgbClr val="FFC000"/>
                </a:solidFill>
                <a:effectLst/>
                <a:latin typeface="JetBrains Mono"/>
              </a:rPr>
              <a:t>False</a:t>
            </a:r>
            <a:r>
              <a:rPr lang="en-GB" noProof="0" dirty="0">
                <a:solidFill>
                  <a:srgbClr val="A9B7C6"/>
                </a:solidFill>
                <a:effectLst/>
                <a:latin typeface="JetBrains Mono"/>
              </a:rPr>
              <a:t>)</a:t>
            </a:r>
          </a:p>
          <a:p>
            <a:pPr lvl="1">
              <a:buFont typeface="Courier New" panose="02070309020205020404" pitchFamily="49" charset="0"/>
              <a:buChar char="o"/>
            </a:pPr>
            <a:r>
              <a:rPr lang="en-GB" noProof="0" dirty="0" err="1">
                <a:solidFill>
                  <a:schemeClr val="tx1">
                    <a:lumMod val="75000"/>
                    <a:lumOff val="25000"/>
                  </a:schemeClr>
                </a:solidFill>
                <a:effectLst/>
                <a:latin typeface="JetBrains Mono"/>
              </a:rPr>
              <a:t>Trial.suggest_categorical</a:t>
            </a:r>
            <a:r>
              <a:rPr lang="en-GB" noProof="0" dirty="0">
                <a:solidFill>
                  <a:srgbClr val="A9B7C6"/>
                </a:solidFill>
                <a:effectLst/>
                <a:latin typeface="JetBrains Mono"/>
              </a:rPr>
              <a:t>(</a:t>
            </a:r>
            <a:r>
              <a:rPr lang="en-GB" noProof="0" dirty="0">
                <a:solidFill>
                  <a:schemeClr val="tx2">
                    <a:lumMod val="60000"/>
                    <a:lumOff val="40000"/>
                  </a:schemeClr>
                </a:solidFill>
                <a:effectLst/>
                <a:latin typeface="JetBrains Mono"/>
              </a:rPr>
              <a:t>string</a:t>
            </a:r>
            <a:r>
              <a:rPr lang="en-GB" noProof="0" dirty="0">
                <a:solidFill>
                  <a:srgbClr val="A9B7C6"/>
                </a:solidFill>
                <a:effectLst/>
                <a:latin typeface="JetBrains Mono"/>
              </a:rPr>
              <a:t> </a:t>
            </a:r>
            <a:r>
              <a:rPr lang="en-GB" noProof="0" dirty="0">
                <a:solidFill>
                  <a:schemeClr val="tx1">
                    <a:lumMod val="50000"/>
                    <a:lumOff val="50000"/>
                  </a:schemeClr>
                </a:solidFill>
                <a:effectLst/>
                <a:latin typeface="JetBrains Mono"/>
              </a:rPr>
              <a:t>name</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low</a:t>
            </a:r>
            <a:r>
              <a:rPr lang="en-GB" noProof="0" dirty="0">
                <a:solidFill>
                  <a:srgbClr val="CC7832"/>
                </a:solidFill>
                <a:effectLst/>
                <a:latin typeface="JetBrains Mono"/>
              </a:rPr>
              <a:t>, </a:t>
            </a:r>
            <a:r>
              <a:rPr lang="en-GB" noProof="0" dirty="0">
                <a:solidFill>
                  <a:schemeClr val="tx2">
                    <a:lumMod val="60000"/>
                    <a:lumOff val="40000"/>
                  </a:schemeClr>
                </a:solidFill>
                <a:effectLst/>
                <a:latin typeface="JetBrains Mono"/>
              </a:rPr>
              <a:t>float</a:t>
            </a:r>
            <a:r>
              <a:rPr lang="en-GB" noProof="0" dirty="0">
                <a:solidFill>
                  <a:srgbClr val="8888C6"/>
                </a:solidFill>
                <a:effectLst/>
                <a:latin typeface="JetBrains Mono"/>
              </a:rPr>
              <a:t> </a:t>
            </a:r>
            <a:r>
              <a:rPr lang="en-GB" noProof="0" dirty="0">
                <a:solidFill>
                  <a:schemeClr val="tx1">
                    <a:lumMod val="50000"/>
                    <a:lumOff val="50000"/>
                  </a:schemeClr>
                </a:solidFill>
                <a:effectLst/>
                <a:latin typeface="JetBrains Mono"/>
              </a:rPr>
              <a:t>high</a:t>
            </a:r>
            <a:r>
              <a:rPr lang="en-GB" noProof="0" dirty="0">
                <a:solidFill>
                  <a:srgbClr val="A9B7C6"/>
                </a:solidFill>
                <a:effectLst/>
                <a:latin typeface="JetBrains Mono"/>
              </a:rPr>
              <a:t>)</a:t>
            </a:r>
          </a:p>
        </p:txBody>
      </p:sp>
    </p:spTree>
    <p:extLst>
      <p:ext uri="{BB962C8B-B14F-4D97-AF65-F5344CB8AC3E}">
        <p14:creationId xmlns:p14="http://schemas.microsoft.com/office/powerpoint/2010/main" val="435411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DC8-EA0A-9258-724D-EAE75B390DEE}"/>
              </a:ext>
            </a:extLst>
          </p:cNvPr>
          <p:cNvSpPr>
            <a:spLocks noGrp="1"/>
          </p:cNvSpPr>
          <p:nvPr>
            <p:ph type="title"/>
          </p:nvPr>
        </p:nvSpPr>
        <p:spPr/>
        <p:txBody>
          <a:bodyPr/>
          <a:lstStyle/>
          <a:p>
            <a:r>
              <a:rPr lang="en-GB" noProof="0" dirty="0"/>
              <a:t>Objectives</a:t>
            </a:r>
          </a:p>
        </p:txBody>
      </p:sp>
      <p:sp>
        <p:nvSpPr>
          <p:cNvPr id="3" name="Content Placeholder 2">
            <a:extLst>
              <a:ext uri="{FF2B5EF4-FFF2-40B4-BE49-F238E27FC236}">
                <a16:creationId xmlns:a16="http://schemas.microsoft.com/office/drawing/2014/main" id="{3A6F9446-6C42-B0D5-4679-CDFA04EE9488}"/>
              </a:ext>
            </a:extLst>
          </p:cNvPr>
          <p:cNvSpPr>
            <a:spLocks noGrp="1"/>
          </p:cNvSpPr>
          <p:nvPr>
            <p:ph idx="1"/>
          </p:nvPr>
        </p:nvSpPr>
        <p:spPr/>
        <p:txBody>
          <a:bodyPr>
            <a:normAutofit fontScale="92500" lnSpcReduction="10000"/>
          </a:bodyPr>
          <a:lstStyle/>
          <a:p>
            <a:r>
              <a:rPr lang="en-GB" noProof="0" dirty="0"/>
              <a:t>Define an objective function that returns the metric(s) being maximized/minimized.</a:t>
            </a:r>
          </a:p>
          <a:p>
            <a:r>
              <a:rPr lang="en-GB" noProof="0" dirty="0"/>
              <a:t>You may use an individual objective function or define it as a method on a class which can be useful for handling additional parameters and configurations inside the objective function.</a:t>
            </a:r>
          </a:p>
          <a:p>
            <a:r>
              <a:rPr lang="en-GB" noProof="0" dirty="0"/>
              <a:t>The function should have a trial argument which passes a trial object that handles the current optimization attempt.</a:t>
            </a:r>
          </a:p>
          <a:p>
            <a:pPr marL="0" indent="0">
              <a:buNone/>
            </a:pPr>
            <a:endParaRPr lang="en-GB" noProof="0" dirty="0"/>
          </a:p>
          <a:p>
            <a:pPr marL="0" indent="0">
              <a:buNone/>
            </a:pPr>
            <a:r>
              <a:rPr lang="en-GB" noProof="0" dirty="0"/>
              <a:t>Ex: Loss,  accuracy, additional costs in time or resources.</a:t>
            </a:r>
          </a:p>
          <a:p>
            <a:pPr marL="0" indent="0">
              <a:buNone/>
            </a:pPr>
            <a:endParaRPr lang="en-GB" noProof="0" dirty="0"/>
          </a:p>
          <a:p>
            <a:pPr marL="0" indent="0">
              <a:buNone/>
            </a:pPr>
            <a:endParaRPr lang="en-GB" noProof="0" dirty="0"/>
          </a:p>
          <a:p>
            <a:pPr marL="0" indent="0">
              <a:buNone/>
            </a:pPr>
            <a:endParaRPr lang="en-GB" noProof="0" dirty="0"/>
          </a:p>
          <a:p>
            <a:endParaRPr lang="en-GB" noProof="0" dirty="0"/>
          </a:p>
          <a:p>
            <a:pPr marL="0" indent="0">
              <a:buNone/>
            </a:pPr>
            <a:r>
              <a:rPr lang="en-GB" noProof="0" dirty="0"/>
              <a:t> </a:t>
            </a:r>
          </a:p>
        </p:txBody>
      </p:sp>
    </p:spTree>
    <p:extLst>
      <p:ext uri="{BB962C8B-B14F-4D97-AF65-F5344CB8AC3E}">
        <p14:creationId xmlns:p14="http://schemas.microsoft.com/office/powerpoint/2010/main" val="3769769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FFFD3-238B-612A-2C5D-75AD65071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CF6DC-D8BD-3491-7E06-8BB5ADAC43D6}"/>
              </a:ext>
            </a:extLst>
          </p:cNvPr>
          <p:cNvSpPr>
            <a:spLocks noGrp="1"/>
          </p:cNvSpPr>
          <p:nvPr>
            <p:ph type="title"/>
          </p:nvPr>
        </p:nvSpPr>
        <p:spPr/>
        <p:txBody>
          <a:bodyPr>
            <a:normAutofit/>
          </a:bodyPr>
          <a:lstStyle/>
          <a:p>
            <a:r>
              <a:rPr lang="en-GB" noProof="0" dirty="0"/>
              <a:t>Ex:  Defining our objective</a:t>
            </a:r>
          </a:p>
        </p:txBody>
      </p:sp>
      <p:sp>
        <p:nvSpPr>
          <p:cNvPr id="3" name="Content Placeholder 2">
            <a:extLst>
              <a:ext uri="{FF2B5EF4-FFF2-40B4-BE49-F238E27FC236}">
                <a16:creationId xmlns:a16="http://schemas.microsoft.com/office/drawing/2014/main" id="{0A899828-C16E-AA95-A30E-C5EB74C22B62}"/>
              </a:ext>
            </a:extLst>
          </p:cNvPr>
          <p:cNvSpPr>
            <a:spLocks noGrp="1"/>
          </p:cNvSpPr>
          <p:nvPr>
            <p:ph idx="1"/>
          </p:nvPr>
        </p:nvSpPr>
        <p:spPr/>
        <p:txBody>
          <a:bodyPr vert="horz" lIns="91440" tIns="45720" rIns="91440" bIns="45720" rtlCol="0" anchor="t">
            <a:normAutofit fontScale="85000" lnSpcReduction="20000"/>
          </a:bodyPr>
          <a:lstStyle/>
          <a:p>
            <a:pPr marL="0" indent="0">
              <a:buNone/>
            </a:pPr>
            <a:endParaRPr lang="en-GB" sz="2200" noProof="0" dirty="0"/>
          </a:p>
          <a:p>
            <a:pPr marL="600075" lvl="2" indent="0">
              <a:buNone/>
            </a:pPr>
            <a:r>
              <a:rPr lang="en-GB" sz="2200" noProof="0" dirty="0"/>
              <a:t>def </a:t>
            </a:r>
            <a:r>
              <a:rPr lang="en-GB" sz="2200" noProof="0" dirty="0">
                <a:solidFill>
                  <a:srgbClr val="00B050"/>
                </a:solidFill>
              </a:rPr>
              <a:t>objective</a:t>
            </a:r>
            <a:r>
              <a:rPr lang="en-GB" sz="2200" noProof="0" dirty="0"/>
              <a:t>(</a:t>
            </a:r>
            <a:r>
              <a:rPr lang="en-GB" sz="2200" noProof="0" dirty="0">
                <a:solidFill>
                  <a:srgbClr val="FF0000"/>
                </a:solidFill>
              </a:rPr>
              <a:t>trial</a:t>
            </a:r>
            <a:r>
              <a:rPr lang="en-GB" sz="2200" noProof="0" dirty="0"/>
              <a:t> : </a:t>
            </a:r>
            <a:r>
              <a:rPr lang="en-GB" sz="2200" noProof="0" dirty="0" err="1"/>
              <a:t>optuna.trial.Trial</a:t>
            </a:r>
            <a:r>
              <a:rPr lang="en-GB" sz="2200" noProof="0" dirty="0"/>
              <a:t>):</a:t>
            </a:r>
          </a:p>
          <a:p>
            <a:pPr marL="600075" lvl="2" indent="0">
              <a:buNone/>
            </a:pPr>
            <a:br>
              <a:rPr lang="en-GB" sz="2200" noProof="0" dirty="0"/>
            </a:br>
            <a:r>
              <a:rPr lang="en-GB" sz="2200" noProof="0" dirty="0"/>
              <a:t>   	</a:t>
            </a:r>
            <a:r>
              <a:rPr lang="en-GB" sz="2200" noProof="0" dirty="0" err="1"/>
              <a:t>number_of_layers</a:t>
            </a:r>
            <a:r>
              <a:rPr lang="en-GB" sz="2200" noProof="0" dirty="0"/>
              <a:t> = </a:t>
            </a:r>
            <a:r>
              <a:rPr lang="en-GB" sz="2200" noProof="0" dirty="0" err="1">
                <a:solidFill>
                  <a:srgbClr val="FF0000"/>
                </a:solidFill>
              </a:rPr>
              <a:t>trial</a:t>
            </a:r>
            <a:r>
              <a:rPr lang="en-GB" sz="2200" noProof="0" dirty="0" err="1"/>
              <a:t>.suggest_int</a:t>
            </a:r>
            <a:r>
              <a:rPr lang="en-GB" sz="2200" noProof="0" dirty="0"/>
              <a:t>(name=“</a:t>
            </a:r>
            <a:r>
              <a:rPr lang="en-GB" sz="2200" noProof="0" dirty="0" err="1"/>
              <a:t>n_layers</a:t>
            </a:r>
            <a:r>
              <a:rPr lang="en-GB" sz="2200" noProof="0" dirty="0"/>
              <a:t>”, low = 1, high = 5)</a:t>
            </a:r>
          </a:p>
          <a:p>
            <a:pPr marL="600075" lvl="2" indent="0">
              <a:buNone/>
            </a:pPr>
            <a:br>
              <a:rPr lang="en-GB" sz="2200" noProof="0" dirty="0"/>
            </a:br>
            <a:r>
              <a:rPr lang="en-GB" sz="2200" noProof="0" dirty="0"/>
              <a:t>   	dropout = </a:t>
            </a:r>
            <a:r>
              <a:rPr lang="en-GB" sz="2200" noProof="0" dirty="0" err="1">
                <a:solidFill>
                  <a:srgbClr val="FF0000"/>
                </a:solidFill>
              </a:rPr>
              <a:t>trial</a:t>
            </a:r>
            <a:r>
              <a:rPr lang="en-GB" sz="2200" noProof="0" dirty="0" err="1"/>
              <a:t>.suggest_float</a:t>
            </a:r>
            <a:r>
              <a:rPr lang="en-GB" sz="2200" noProof="0" dirty="0"/>
              <a:t>(name=“dropout”, low = 0.0, high = 0.5)</a:t>
            </a:r>
          </a:p>
          <a:p>
            <a:pPr marL="600075" lvl="2" indent="0">
              <a:buNone/>
            </a:pPr>
            <a:br>
              <a:rPr lang="en-GB" sz="2200" noProof="0" dirty="0"/>
            </a:br>
            <a:r>
              <a:rPr lang="en-GB" sz="2200" noProof="0" dirty="0"/>
              <a:t>   	</a:t>
            </a:r>
            <a:r>
              <a:rPr lang="en-GB" sz="2200" noProof="0" dirty="0" err="1"/>
              <a:t>learning_rate</a:t>
            </a:r>
            <a:r>
              <a:rPr lang="en-GB" sz="2200" noProof="0" dirty="0"/>
              <a:t> = </a:t>
            </a:r>
            <a:r>
              <a:rPr lang="en-GB" sz="2200" noProof="0" dirty="0" err="1">
                <a:solidFill>
                  <a:srgbClr val="FF0000"/>
                </a:solidFill>
              </a:rPr>
              <a:t>trial</a:t>
            </a:r>
            <a:r>
              <a:rPr lang="en-GB" sz="2200" noProof="0" dirty="0" err="1"/>
              <a:t>.suggest_float</a:t>
            </a:r>
            <a:r>
              <a:rPr lang="en-GB" sz="2200" noProof="0" dirty="0"/>
              <a:t>(name="</a:t>
            </a:r>
            <a:r>
              <a:rPr lang="en-GB" sz="2200" noProof="0" dirty="0" err="1"/>
              <a:t>learning_rate</a:t>
            </a:r>
            <a:r>
              <a:rPr lang="en-GB" sz="2200" noProof="0" dirty="0"/>
              <a:t>", low = 1e-5, high= 1e-2, log = True)</a:t>
            </a:r>
          </a:p>
          <a:p>
            <a:pPr marL="600075" lvl="2" indent="0">
              <a:buNone/>
            </a:pPr>
            <a:br>
              <a:rPr lang="en-GB" sz="2200" noProof="0" dirty="0"/>
            </a:br>
            <a:r>
              <a:rPr lang="en-GB" sz="2200" noProof="0" dirty="0"/>
              <a:t>   	model = </a:t>
            </a:r>
            <a:r>
              <a:rPr lang="en-GB" sz="2200" noProof="0" dirty="0" err="1"/>
              <a:t>my_model</a:t>
            </a:r>
            <a:r>
              <a:rPr lang="en-GB" sz="2200" noProof="0" dirty="0"/>
              <a:t>(</a:t>
            </a:r>
            <a:r>
              <a:rPr lang="en-GB" sz="2200" noProof="0" dirty="0" err="1"/>
              <a:t>number_of_layers,dropout,learning_rate</a:t>
            </a:r>
            <a:r>
              <a:rPr lang="en-GB" sz="2200" noProof="0" dirty="0"/>
              <a:t>)</a:t>
            </a:r>
          </a:p>
          <a:p>
            <a:pPr marL="600075" lvl="2" indent="0">
              <a:buNone/>
            </a:pPr>
            <a:endParaRPr lang="en-GB" sz="2200" noProof="0" dirty="0"/>
          </a:p>
          <a:p>
            <a:pPr marL="600075" lvl="2" indent="0">
              <a:buNone/>
            </a:pPr>
            <a:r>
              <a:rPr lang="en-GB" sz="2200" noProof="0" dirty="0"/>
              <a:t>		</a:t>
            </a:r>
            <a:r>
              <a:rPr lang="en-GB" sz="2200" noProof="0" dirty="0">
                <a:solidFill>
                  <a:srgbClr val="FFC000"/>
                </a:solidFill>
              </a:rPr>
              <a:t>result</a:t>
            </a:r>
            <a:r>
              <a:rPr lang="en-GB" sz="2200" noProof="0" dirty="0"/>
              <a:t> = </a:t>
            </a:r>
            <a:r>
              <a:rPr lang="en-GB" sz="2200" noProof="0" dirty="0" err="1"/>
              <a:t>model.train</a:t>
            </a:r>
            <a:r>
              <a:rPr lang="en-GB" sz="2200" noProof="0" dirty="0"/>
              <a:t>()</a:t>
            </a:r>
          </a:p>
          <a:p>
            <a:pPr marL="600075" lvl="2" indent="0">
              <a:buNone/>
            </a:pPr>
            <a:endParaRPr lang="en-GB" sz="2200" noProof="0" dirty="0"/>
          </a:p>
          <a:p>
            <a:pPr marL="600075" lvl="2" indent="0">
              <a:buNone/>
            </a:pPr>
            <a:r>
              <a:rPr lang="en-GB" sz="2200" noProof="0" dirty="0"/>
              <a:t>		return(</a:t>
            </a:r>
            <a:r>
              <a:rPr lang="en-GB" sz="2200" noProof="0" dirty="0">
                <a:solidFill>
                  <a:srgbClr val="FFC000"/>
                </a:solidFill>
              </a:rPr>
              <a:t>result</a:t>
            </a:r>
            <a:r>
              <a:rPr lang="en-GB" sz="2200" noProof="0" dirty="0"/>
              <a:t>)</a:t>
            </a:r>
          </a:p>
          <a:p>
            <a:pPr marL="600075" lvl="2" indent="0">
              <a:buNone/>
            </a:pPr>
            <a:endParaRPr lang="en-GB" noProof="0" dirty="0"/>
          </a:p>
          <a:p>
            <a:pPr marL="0" indent="0">
              <a:buNone/>
            </a:pPr>
            <a:r>
              <a:rPr lang="en-GB" noProof="0" dirty="0"/>
              <a:t>	</a:t>
            </a:r>
          </a:p>
        </p:txBody>
      </p:sp>
    </p:spTree>
    <p:extLst>
      <p:ext uri="{BB962C8B-B14F-4D97-AF65-F5344CB8AC3E}">
        <p14:creationId xmlns:p14="http://schemas.microsoft.com/office/powerpoint/2010/main" val="3245070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C928A-32A0-44A2-362E-D05E49E93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BAF41-01B4-CC2F-109A-41EEB0C395D2}"/>
              </a:ext>
            </a:extLst>
          </p:cNvPr>
          <p:cNvSpPr>
            <a:spLocks noGrp="1"/>
          </p:cNvSpPr>
          <p:nvPr>
            <p:ph type="title"/>
          </p:nvPr>
        </p:nvSpPr>
        <p:spPr/>
        <p:txBody>
          <a:bodyPr/>
          <a:lstStyle/>
          <a:p>
            <a:r>
              <a:rPr lang="en-GB" noProof="0" dirty="0"/>
              <a:t>Ex:  Defining and running our study</a:t>
            </a:r>
          </a:p>
        </p:txBody>
      </p:sp>
      <p:sp>
        <p:nvSpPr>
          <p:cNvPr id="3" name="Content Placeholder 2">
            <a:extLst>
              <a:ext uri="{FF2B5EF4-FFF2-40B4-BE49-F238E27FC236}">
                <a16:creationId xmlns:a16="http://schemas.microsoft.com/office/drawing/2014/main" id="{F7F039C3-FA65-B4C7-4B69-D4571E1B3FB5}"/>
              </a:ext>
            </a:extLst>
          </p:cNvPr>
          <p:cNvSpPr>
            <a:spLocks noGrp="1"/>
          </p:cNvSpPr>
          <p:nvPr>
            <p:ph idx="1"/>
          </p:nvPr>
        </p:nvSpPr>
        <p:spPr/>
        <p:txBody>
          <a:bodyPr vert="horz" lIns="91440" tIns="45720" rIns="91440" bIns="45720" rtlCol="0" anchor="t">
            <a:normAutofit/>
          </a:bodyPr>
          <a:lstStyle/>
          <a:p>
            <a:pPr marL="0" indent="0">
              <a:buNone/>
            </a:pPr>
            <a:r>
              <a:rPr lang="en-GB" noProof="0" dirty="0"/>
              <a:t> </a:t>
            </a:r>
          </a:p>
          <a:p>
            <a:pPr marL="600075" lvl="2" indent="0">
              <a:buNone/>
            </a:pPr>
            <a:r>
              <a:rPr lang="en-GB" sz="2000" noProof="0" dirty="0">
                <a:solidFill>
                  <a:schemeClr val="accent1">
                    <a:lumMod val="60000"/>
                    <a:lumOff val="40000"/>
                  </a:schemeClr>
                </a:solidFill>
              </a:rPr>
              <a:t>study</a:t>
            </a:r>
            <a:r>
              <a:rPr lang="en-GB" sz="2000" noProof="0" dirty="0"/>
              <a:t>=</a:t>
            </a:r>
            <a:r>
              <a:rPr lang="en-GB" sz="2000" noProof="0" dirty="0" err="1"/>
              <a:t>optuna.create_study</a:t>
            </a:r>
            <a:r>
              <a:rPr lang="en-GB" sz="2000" noProof="0" dirty="0"/>
              <a:t>(direction=“minimize”)</a:t>
            </a:r>
          </a:p>
          <a:p>
            <a:pPr marL="600075" lvl="2" indent="0">
              <a:buNone/>
            </a:pPr>
            <a:endParaRPr lang="en-GB" sz="2000" noProof="0" dirty="0"/>
          </a:p>
          <a:p>
            <a:pPr marL="600075" lvl="2" indent="0">
              <a:buNone/>
            </a:pPr>
            <a:r>
              <a:rPr lang="en-GB" sz="2000" noProof="0" dirty="0" err="1">
                <a:solidFill>
                  <a:schemeClr val="accent1">
                    <a:lumMod val="60000"/>
                    <a:lumOff val="40000"/>
                  </a:schemeClr>
                </a:solidFill>
              </a:rPr>
              <a:t>study</a:t>
            </a:r>
            <a:r>
              <a:rPr lang="en-GB" sz="2000" noProof="0" dirty="0" err="1"/>
              <a:t>.optimize</a:t>
            </a:r>
            <a:r>
              <a:rPr lang="en-GB" sz="2000" noProof="0" dirty="0"/>
              <a:t>(</a:t>
            </a:r>
            <a:r>
              <a:rPr lang="en-GB" sz="2000" noProof="0" dirty="0">
                <a:solidFill>
                  <a:srgbClr val="00B050"/>
                </a:solidFill>
              </a:rPr>
              <a:t>objective</a:t>
            </a:r>
            <a:r>
              <a:rPr lang="en-GB" sz="2000" noProof="0" dirty="0"/>
              <a:t>, </a:t>
            </a:r>
            <a:r>
              <a:rPr lang="en-GB" sz="2000" noProof="0" dirty="0" err="1"/>
              <a:t>n_trials</a:t>
            </a:r>
            <a:r>
              <a:rPr lang="en-GB" sz="2000" noProof="0" dirty="0"/>
              <a:t>=50)</a:t>
            </a:r>
          </a:p>
          <a:p>
            <a:pPr marL="600075" lvl="2" indent="0">
              <a:buNone/>
            </a:pPr>
            <a:endParaRPr lang="en-GB" sz="2000" dirty="0"/>
          </a:p>
          <a:p>
            <a:pPr marL="600075" lvl="2" indent="0">
              <a:buNone/>
            </a:pPr>
            <a:r>
              <a:rPr lang="en-GB" sz="2000" noProof="0" dirty="0"/>
              <a:t>And if you want to get the winner:</a:t>
            </a:r>
          </a:p>
          <a:p>
            <a:pPr marL="600075" lvl="2" indent="0">
              <a:buNone/>
            </a:pPr>
            <a:endParaRPr lang="en-GB" sz="2000" dirty="0"/>
          </a:p>
          <a:p>
            <a:pPr marL="600075" lvl="2" indent="0">
              <a:buNone/>
            </a:pPr>
            <a:r>
              <a:rPr lang="en-GB" sz="2000" dirty="0">
                <a:solidFill>
                  <a:srgbClr val="FF0000"/>
                </a:solidFill>
              </a:rPr>
              <a:t>winner</a:t>
            </a:r>
            <a:r>
              <a:rPr lang="en-GB" sz="2000" dirty="0">
                <a:solidFill>
                  <a:schemeClr val="tx1">
                    <a:lumMod val="95000"/>
                    <a:lumOff val="5000"/>
                  </a:schemeClr>
                </a:solidFill>
              </a:rPr>
              <a:t> = </a:t>
            </a:r>
            <a:r>
              <a:rPr lang="en-GB" sz="2000" dirty="0" err="1">
                <a:solidFill>
                  <a:schemeClr val="accent1">
                    <a:lumMod val="60000"/>
                    <a:lumOff val="40000"/>
                  </a:schemeClr>
                </a:solidFill>
              </a:rPr>
              <a:t>Study</a:t>
            </a:r>
            <a:r>
              <a:rPr lang="en-GB" sz="2000" dirty="0" err="1"/>
              <a:t>.best_trial</a:t>
            </a:r>
            <a:endParaRPr lang="en-GB" sz="2000" dirty="0"/>
          </a:p>
          <a:p>
            <a:pPr marL="600075" lvl="2" indent="0">
              <a:buNone/>
            </a:pPr>
            <a:endParaRPr lang="en-GB" sz="2000" noProof="0" dirty="0"/>
          </a:p>
          <a:p>
            <a:pPr marL="0" indent="0">
              <a:buNone/>
            </a:pPr>
            <a:r>
              <a:rPr lang="en-GB" sz="2000" noProof="0" dirty="0"/>
              <a:t>	</a:t>
            </a:r>
          </a:p>
        </p:txBody>
      </p:sp>
      <p:pic>
        <p:nvPicPr>
          <p:cNvPr id="7" name="Graphic 6" descr="Books with solid fill">
            <a:extLst>
              <a:ext uri="{FF2B5EF4-FFF2-40B4-BE49-F238E27FC236}">
                <a16:creationId xmlns:a16="http://schemas.microsoft.com/office/drawing/2014/main" id="{2F227843-2E41-7698-E7EA-1C4A0BF45F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55427" y="2873827"/>
            <a:ext cx="2901043" cy="2901043"/>
          </a:xfrm>
          <a:prstGeom prst="rect">
            <a:avLst/>
          </a:prstGeom>
        </p:spPr>
      </p:pic>
      <p:pic>
        <p:nvPicPr>
          <p:cNvPr id="15" name="Graphic 14" descr="Gears with solid fill">
            <a:extLst>
              <a:ext uri="{FF2B5EF4-FFF2-40B4-BE49-F238E27FC236}">
                <a16:creationId xmlns:a16="http://schemas.microsoft.com/office/drawing/2014/main" id="{DC3C3DE4-BAB7-9967-A6AB-C76F8FD0BA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9656" y="1951801"/>
            <a:ext cx="2901043" cy="2901043"/>
          </a:xfrm>
          <a:prstGeom prst="rect">
            <a:avLst/>
          </a:prstGeom>
        </p:spPr>
      </p:pic>
    </p:spTree>
    <p:extLst>
      <p:ext uri="{BB962C8B-B14F-4D97-AF65-F5344CB8AC3E}">
        <p14:creationId xmlns:p14="http://schemas.microsoft.com/office/powerpoint/2010/main" val="2604316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EF7FF-DE36-7A0D-8865-90E68EDC56F7}"/>
              </a:ext>
            </a:extLst>
          </p:cNvPr>
          <p:cNvSpPr>
            <a:spLocks noGrp="1"/>
          </p:cNvSpPr>
          <p:nvPr>
            <p:ph type="title"/>
          </p:nvPr>
        </p:nvSpPr>
        <p:spPr/>
        <p:txBody>
          <a:bodyPr/>
          <a:lstStyle/>
          <a:p>
            <a:r>
              <a:rPr lang="en-GB" noProof="0" dirty="0" err="1"/>
              <a:t>Optuna</a:t>
            </a:r>
            <a:r>
              <a:rPr lang="en-GB" noProof="0" dirty="0"/>
              <a:t> dashboard</a:t>
            </a:r>
          </a:p>
        </p:txBody>
      </p:sp>
      <p:sp>
        <p:nvSpPr>
          <p:cNvPr id="3" name="Content Placeholder 2">
            <a:extLst>
              <a:ext uri="{FF2B5EF4-FFF2-40B4-BE49-F238E27FC236}">
                <a16:creationId xmlns:a16="http://schemas.microsoft.com/office/drawing/2014/main" id="{6B3390FC-562F-BFA2-B895-78993F7CA8E3}"/>
              </a:ext>
            </a:extLst>
          </p:cNvPr>
          <p:cNvSpPr>
            <a:spLocks noGrp="1"/>
          </p:cNvSpPr>
          <p:nvPr>
            <p:ph idx="1"/>
          </p:nvPr>
        </p:nvSpPr>
        <p:spPr/>
        <p:txBody>
          <a:bodyPr>
            <a:normAutofit lnSpcReduction="10000"/>
          </a:bodyPr>
          <a:lstStyle/>
          <a:p>
            <a:r>
              <a:rPr lang="en-GB" noProof="0" dirty="0" err="1"/>
              <a:t>Optuna</a:t>
            </a:r>
            <a:r>
              <a:rPr lang="en-GB" noProof="0" dirty="0"/>
              <a:t>-dashboard is a python package that allows you to host a GUI for </a:t>
            </a:r>
            <a:r>
              <a:rPr lang="en-GB" noProof="0" dirty="0" err="1"/>
              <a:t>optuna</a:t>
            </a:r>
            <a:r>
              <a:rPr lang="en-GB" noProof="0" dirty="0"/>
              <a:t> studies, allowing for manual management and inspection.</a:t>
            </a:r>
          </a:p>
          <a:p>
            <a:r>
              <a:rPr lang="en-GB" noProof="0" dirty="0"/>
              <a:t>To host </a:t>
            </a:r>
            <a:r>
              <a:rPr lang="en-GB" noProof="0" dirty="0" err="1"/>
              <a:t>optuna</a:t>
            </a:r>
            <a:r>
              <a:rPr lang="en-GB" noProof="0" dirty="0"/>
              <a:t> dashboard using </a:t>
            </a:r>
            <a:r>
              <a:rPr lang="en-GB" noProof="0" dirty="0" err="1"/>
              <a:t>sqlite</a:t>
            </a:r>
            <a:r>
              <a:rPr lang="en-GB" noProof="0" dirty="0"/>
              <a:t> storage you may open a terminal and run: </a:t>
            </a:r>
          </a:p>
          <a:p>
            <a:pPr marL="0" indent="0">
              <a:buNone/>
            </a:pPr>
            <a:endParaRPr lang="en-GB" noProof="0" dirty="0"/>
          </a:p>
          <a:p>
            <a:pPr marL="0" indent="0">
              <a:buNone/>
            </a:pPr>
            <a:r>
              <a:rPr lang="en-GB" i="1" noProof="0" dirty="0" err="1">
                <a:solidFill>
                  <a:schemeClr val="tx2">
                    <a:lumMod val="60000"/>
                    <a:lumOff val="40000"/>
                  </a:schemeClr>
                </a:solidFill>
              </a:rPr>
              <a:t>optuna</a:t>
            </a:r>
            <a:r>
              <a:rPr lang="en-GB" i="1" noProof="0" dirty="0">
                <a:solidFill>
                  <a:schemeClr val="tx2">
                    <a:lumMod val="60000"/>
                    <a:lumOff val="40000"/>
                  </a:schemeClr>
                </a:solidFill>
              </a:rPr>
              <a:t>-dashboard  --host </a:t>
            </a:r>
            <a:r>
              <a:rPr lang="en-GB" i="1" noProof="0" dirty="0">
                <a:solidFill>
                  <a:schemeClr val="tx1">
                    <a:lumMod val="50000"/>
                    <a:lumOff val="50000"/>
                  </a:schemeClr>
                </a:solidFill>
              </a:rPr>
              <a:t>address</a:t>
            </a:r>
            <a:r>
              <a:rPr lang="en-GB" i="1" noProof="0" dirty="0">
                <a:solidFill>
                  <a:schemeClr val="tx2">
                    <a:lumMod val="60000"/>
                    <a:lumOff val="40000"/>
                  </a:schemeClr>
                </a:solidFill>
              </a:rPr>
              <a:t> –port </a:t>
            </a:r>
            <a:r>
              <a:rPr lang="en-GB" i="1" noProof="0" dirty="0" err="1">
                <a:solidFill>
                  <a:schemeClr val="tx1">
                    <a:lumMod val="50000"/>
                    <a:lumOff val="50000"/>
                  </a:schemeClr>
                </a:solidFill>
              </a:rPr>
              <a:t>portnumber</a:t>
            </a:r>
            <a:r>
              <a:rPr lang="en-GB" i="1" noProof="0" dirty="0">
                <a:solidFill>
                  <a:schemeClr val="tx2">
                    <a:lumMod val="60000"/>
                    <a:lumOff val="40000"/>
                  </a:schemeClr>
                </a:solidFill>
              </a:rPr>
              <a:t> sqlite:///</a:t>
            </a:r>
            <a:r>
              <a:rPr lang="en-GB" i="1" noProof="0" dirty="0">
                <a:solidFill>
                  <a:schemeClr val="tx1">
                    <a:lumMod val="50000"/>
                    <a:lumOff val="50000"/>
                  </a:schemeClr>
                </a:solidFill>
              </a:rPr>
              <a:t>databasename</a:t>
            </a:r>
            <a:r>
              <a:rPr lang="en-GB" i="1" noProof="0" dirty="0">
                <a:solidFill>
                  <a:schemeClr val="tx2">
                    <a:lumMod val="60000"/>
                    <a:lumOff val="40000"/>
                  </a:schemeClr>
                </a:solidFill>
              </a:rPr>
              <a:t>.db</a:t>
            </a:r>
          </a:p>
          <a:p>
            <a:pPr marL="0" indent="0">
              <a:buNone/>
            </a:pPr>
            <a:endParaRPr lang="en-GB" noProof="0" dirty="0"/>
          </a:p>
          <a:p>
            <a:pPr marL="0" indent="0">
              <a:buNone/>
            </a:pPr>
            <a:r>
              <a:rPr lang="en-GB" noProof="0" dirty="0"/>
              <a:t>For now, consider hosting using:</a:t>
            </a:r>
          </a:p>
          <a:p>
            <a:pPr marL="0" indent="0">
              <a:buNone/>
            </a:pPr>
            <a:endParaRPr lang="en-GB" noProof="0" dirty="0"/>
          </a:p>
          <a:p>
            <a:pPr marL="0" indent="0">
              <a:buNone/>
            </a:pPr>
            <a:r>
              <a:rPr lang="en-GB" i="1" noProof="0" dirty="0" err="1">
                <a:solidFill>
                  <a:schemeClr val="tx2">
                    <a:lumMod val="60000"/>
                    <a:lumOff val="40000"/>
                  </a:schemeClr>
                </a:solidFill>
              </a:rPr>
              <a:t>optuna</a:t>
            </a:r>
            <a:r>
              <a:rPr lang="en-GB" i="1" noProof="0" dirty="0">
                <a:solidFill>
                  <a:schemeClr val="tx2">
                    <a:lumMod val="60000"/>
                    <a:lumOff val="40000"/>
                  </a:schemeClr>
                </a:solidFill>
              </a:rPr>
              <a:t>-dashboard sqlite:///optuna.db</a:t>
            </a:r>
          </a:p>
          <a:p>
            <a:pPr marL="0" indent="0">
              <a:buNone/>
            </a:pPr>
            <a:endParaRPr lang="en-GB" i="1" noProof="0" dirty="0">
              <a:solidFill>
                <a:schemeClr val="tx2">
                  <a:lumMod val="60000"/>
                  <a:lumOff val="40000"/>
                </a:schemeClr>
              </a:solidFill>
            </a:endParaRPr>
          </a:p>
          <a:p>
            <a:pPr marL="0" indent="0">
              <a:buNone/>
            </a:pPr>
            <a:r>
              <a:rPr lang="en-GB" b="1" noProof="0" dirty="0">
                <a:solidFill>
                  <a:schemeClr val="tx2">
                    <a:lumMod val="60000"/>
                    <a:lumOff val="40000"/>
                  </a:schemeClr>
                </a:solidFill>
              </a:rPr>
              <a:t>The UI should now be accessible through your browser.</a:t>
            </a:r>
          </a:p>
        </p:txBody>
      </p:sp>
    </p:spTree>
    <p:extLst>
      <p:ext uri="{BB962C8B-B14F-4D97-AF65-F5344CB8AC3E}">
        <p14:creationId xmlns:p14="http://schemas.microsoft.com/office/powerpoint/2010/main" val="1004437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8797-58EB-A07C-E476-27DBA947FE3D}"/>
              </a:ext>
            </a:extLst>
          </p:cNvPr>
          <p:cNvSpPr>
            <a:spLocks noGrp="1"/>
          </p:cNvSpPr>
          <p:nvPr>
            <p:ph type="title"/>
          </p:nvPr>
        </p:nvSpPr>
        <p:spPr/>
        <p:txBody>
          <a:bodyPr/>
          <a:lstStyle/>
          <a:p>
            <a:r>
              <a:rPr lang="en-GB" noProof="0" dirty="0"/>
              <a:t>Demo script 1: Optimizing with </a:t>
            </a:r>
            <a:r>
              <a:rPr lang="en-GB" noProof="0" dirty="0" err="1"/>
              <a:t>optuna</a:t>
            </a:r>
            <a:r>
              <a:rPr lang="en-GB" dirty="0"/>
              <a:t>.</a:t>
            </a:r>
            <a:endParaRPr lang="en-GB" noProof="0" dirty="0"/>
          </a:p>
        </p:txBody>
      </p:sp>
      <p:sp>
        <p:nvSpPr>
          <p:cNvPr id="3" name="Content Placeholder 2">
            <a:extLst>
              <a:ext uri="{FF2B5EF4-FFF2-40B4-BE49-F238E27FC236}">
                <a16:creationId xmlns:a16="http://schemas.microsoft.com/office/drawing/2014/main" id="{0AD97FF2-52B3-77C9-A80E-4172D8CDA29B}"/>
              </a:ext>
            </a:extLst>
          </p:cNvPr>
          <p:cNvSpPr>
            <a:spLocks noGrp="1"/>
          </p:cNvSpPr>
          <p:nvPr>
            <p:ph idx="1"/>
          </p:nvPr>
        </p:nvSpPr>
        <p:spPr/>
        <p:txBody>
          <a:bodyPr/>
          <a:lstStyle/>
          <a:p>
            <a:pPr marL="0" indent="0">
              <a:buNone/>
            </a:pPr>
            <a:r>
              <a:rPr lang="en-GB" dirty="0"/>
              <a:t>The study, objective and trial system is flexible, allowing flexible integration with most frameworks or to solve optimization problems on its own.</a:t>
            </a:r>
          </a:p>
          <a:p>
            <a:pPr marL="0" indent="0">
              <a:buNone/>
            </a:pPr>
            <a:endParaRPr lang="en-GB" dirty="0">
              <a:solidFill>
                <a:srgbClr val="FF0000"/>
              </a:solidFill>
            </a:endParaRPr>
          </a:p>
          <a:p>
            <a:pPr marL="0" indent="0">
              <a:buNone/>
            </a:pPr>
            <a:r>
              <a:rPr lang="en-GB" dirty="0">
                <a:solidFill>
                  <a:srgbClr val="FF0000"/>
                </a:solidFill>
              </a:rPr>
              <a:t>An example has been provided in optuna_optimize.py in search for the border by means of constants </a:t>
            </a:r>
            <a:r>
              <a:rPr lang="en-GB" dirty="0" err="1">
                <a:solidFill>
                  <a:srgbClr val="FF0000"/>
                </a:solidFill>
              </a:rPr>
              <a:t>k,m</a:t>
            </a:r>
            <a:r>
              <a:rPr lang="en-GB" dirty="0">
                <a:solidFill>
                  <a:srgbClr val="FF0000"/>
                </a:solidFill>
              </a:rPr>
              <a:t> for y = k*</a:t>
            </a:r>
            <a:r>
              <a:rPr lang="en-GB" dirty="0" err="1">
                <a:solidFill>
                  <a:srgbClr val="FF0000"/>
                </a:solidFill>
              </a:rPr>
              <a:t>x+m</a:t>
            </a:r>
            <a:endParaRPr lang="en-GB" dirty="0">
              <a:solidFill>
                <a:srgbClr val="FF0000"/>
              </a:solidFill>
            </a:endParaRPr>
          </a:p>
        </p:txBody>
      </p:sp>
    </p:spTree>
    <p:extLst>
      <p:ext uri="{BB962C8B-B14F-4D97-AF65-F5344CB8AC3E}">
        <p14:creationId xmlns:p14="http://schemas.microsoft.com/office/powerpoint/2010/main" val="1589068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E35B5-7E6C-C134-6CF2-3AF65B326D86}"/>
              </a:ext>
            </a:extLst>
          </p:cNvPr>
          <p:cNvSpPr>
            <a:spLocks noGrp="1"/>
          </p:cNvSpPr>
          <p:nvPr>
            <p:ph type="title"/>
          </p:nvPr>
        </p:nvSpPr>
        <p:spPr/>
        <p:txBody>
          <a:bodyPr/>
          <a:lstStyle/>
          <a:p>
            <a:r>
              <a:rPr lang="en-GB" dirty="0"/>
              <a:t>The result:</a:t>
            </a:r>
          </a:p>
        </p:txBody>
      </p:sp>
      <p:pic>
        <p:nvPicPr>
          <p:cNvPr id="7" name="Picture 6">
            <a:extLst>
              <a:ext uri="{FF2B5EF4-FFF2-40B4-BE49-F238E27FC236}">
                <a16:creationId xmlns:a16="http://schemas.microsoft.com/office/drawing/2014/main" id="{E8921409-65DD-CD80-19CA-F2D2EF5FA249}"/>
              </a:ext>
            </a:extLst>
          </p:cNvPr>
          <p:cNvPicPr>
            <a:picLocks noChangeAspect="1"/>
          </p:cNvPicPr>
          <p:nvPr/>
        </p:nvPicPr>
        <p:blipFill>
          <a:blip r:embed="rId2"/>
          <a:stretch>
            <a:fillRect/>
          </a:stretch>
        </p:blipFill>
        <p:spPr>
          <a:xfrm>
            <a:off x="2876402" y="88934"/>
            <a:ext cx="7814175" cy="5860631"/>
          </a:xfrm>
          <a:prstGeom prst="rect">
            <a:avLst/>
          </a:prstGeom>
        </p:spPr>
      </p:pic>
      <p:sp>
        <p:nvSpPr>
          <p:cNvPr id="8" name="TextBox 7">
            <a:extLst>
              <a:ext uri="{FF2B5EF4-FFF2-40B4-BE49-F238E27FC236}">
                <a16:creationId xmlns:a16="http://schemas.microsoft.com/office/drawing/2014/main" id="{79BBF02A-CB83-55F5-E48C-D85BD2D04A8A}"/>
              </a:ext>
            </a:extLst>
          </p:cNvPr>
          <p:cNvSpPr txBox="1"/>
          <p:nvPr/>
        </p:nvSpPr>
        <p:spPr>
          <a:xfrm>
            <a:off x="5937956" y="5949565"/>
            <a:ext cx="1355051" cy="369332"/>
          </a:xfrm>
          <a:prstGeom prst="rect">
            <a:avLst/>
          </a:prstGeom>
          <a:noFill/>
        </p:spPr>
        <p:txBody>
          <a:bodyPr wrap="none" rtlCol="0">
            <a:spAutoFit/>
          </a:bodyPr>
          <a:lstStyle/>
          <a:p>
            <a:r>
              <a:rPr lang="en-GB" dirty="0"/>
              <a:t>Truth in red.</a:t>
            </a:r>
          </a:p>
        </p:txBody>
      </p:sp>
    </p:spTree>
    <p:extLst>
      <p:ext uri="{BB962C8B-B14F-4D97-AF65-F5344CB8AC3E}">
        <p14:creationId xmlns:p14="http://schemas.microsoft.com/office/powerpoint/2010/main" val="3142820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816C-BC2B-08CC-5045-3D78C2B99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79483-5273-FC68-CB9C-FEE75B473BDF}"/>
              </a:ext>
            </a:extLst>
          </p:cNvPr>
          <p:cNvSpPr>
            <a:spLocks noGrp="1"/>
          </p:cNvSpPr>
          <p:nvPr>
            <p:ph type="title"/>
          </p:nvPr>
        </p:nvSpPr>
        <p:spPr/>
        <p:txBody>
          <a:bodyPr/>
          <a:lstStyle/>
          <a:p>
            <a:r>
              <a:rPr lang="en-GB" dirty="0"/>
              <a:t>The result:</a:t>
            </a:r>
          </a:p>
        </p:txBody>
      </p:sp>
      <p:sp>
        <p:nvSpPr>
          <p:cNvPr id="8" name="TextBox 7">
            <a:extLst>
              <a:ext uri="{FF2B5EF4-FFF2-40B4-BE49-F238E27FC236}">
                <a16:creationId xmlns:a16="http://schemas.microsoft.com/office/drawing/2014/main" id="{C0090CB7-4EAA-2B39-13A1-A158C3C4ED8F}"/>
              </a:ext>
            </a:extLst>
          </p:cNvPr>
          <p:cNvSpPr txBox="1"/>
          <p:nvPr/>
        </p:nvSpPr>
        <p:spPr>
          <a:xfrm>
            <a:off x="2448321" y="5572125"/>
            <a:ext cx="7480894" cy="369332"/>
          </a:xfrm>
          <a:prstGeom prst="rect">
            <a:avLst/>
          </a:prstGeom>
          <a:noFill/>
        </p:spPr>
        <p:txBody>
          <a:bodyPr wrap="none" rtlCol="0">
            <a:spAutoFit/>
          </a:bodyPr>
          <a:lstStyle/>
          <a:p>
            <a:r>
              <a:rPr lang="en-GB" dirty="0"/>
              <a:t>Objective value for the study, blue is best trial result, green is individual trials.</a:t>
            </a:r>
          </a:p>
        </p:txBody>
      </p:sp>
      <p:pic>
        <p:nvPicPr>
          <p:cNvPr id="14" name="Picture 13">
            <a:extLst>
              <a:ext uri="{FF2B5EF4-FFF2-40B4-BE49-F238E27FC236}">
                <a16:creationId xmlns:a16="http://schemas.microsoft.com/office/drawing/2014/main" id="{6885D891-19F9-9689-8552-25E96ED87D3E}"/>
              </a:ext>
            </a:extLst>
          </p:cNvPr>
          <p:cNvPicPr>
            <a:picLocks noChangeAspect="1"/>
          </p:cNvPicPr>
          <p:nvPr/>
        </p:nvPicPr>
        <p:blipFill>
          <a:blip r:embed="rId2"/>
          <a:stretch>
            <a:fillRect/>
          </a:stretch>
        </p:blipFill>
        <p:spPr>
          <a:xfrm>
            <a:off x="1157287" y="1285875"/>
            <a:ext cx="9877425" cy="4286250"/>
          </a:xfrm>
          <a:prstGeom prst="rect">
            <a:avLst/>
          </a:prstGeom>
        </p:spPr>
      </p:pic>
    </p:spTree>
    <p:extLst>
      <p:ext uri="{BB962C8B-B14F-4D97-AF65-F5344CB8AC3E}">
        <p14:creationId xmlns:p14="http://schemas.microsoft.com/office/powerpoint/2010/main" val="457905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472E0-1938-87BA-44A0-4E38E2736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4A1DD-7884-5FB2-0224-BFAF5E60C01E}"/>
              </a:ext>
            </a:extLst>
          </p:cNvPr>
          <p:cNvSpPr>
            <a:spLocks noGrp="1"/>
          </p:cNvSpPr>
          <p:nvPr>
            <p:ph type="title"/>
          </p:nvPr>
        </p:nvSpPr>
        <p:spPr/>
        <p:txBody>
          <a:bodyPr/>
          <a:lstStyle/>
          <a:p>
            <a:r>
              <a:rPr lang="en-GB" dirty="0"/>
              <a:t>The result:</a:t>
            </a:r>
          </a:p>
        </p:txBody>
      </p:sp>
      <p:sp>
        <p:nvSpPr>
          <p:cNvPr id="8" name="TextBox 7">
            <a:extLst>
              <a:ext uri="{FF2B5EF4-FFF2-40B4-BE49-F238E27FC236}">
                <a16:creationId xmlns:a16="http://schemas.microsoft.com/office/drawing/2014/main" id="{6101E97B-78BF-E70C-99DA-94906605103E}"/>
              </a:ext>
            </a:extLst>
          </p:cNvPr>
          <p:cNvSpPr txBox="1"/>
          <p:nvPr/>
        </p:nvSpPr>
        <p:spPr>
          <a:xfrm>
            <a:off x="4617156" y="5949565"/>
            <a:ext cx="2631233" cy="369332"/>
          </a:xfrm>
          <a:prstGeom prst="rect">
            <a:avLst/>
          </a:prstGeom>
          <a:noFill/>
        </p:spPr>
        <p:txBody>
          <a:bodyPr wrap="none" rtlCol="0">
            <a:spAutoFit/>
          </a:bodyPr>
          <a:lstStyle/>
          <a:p>
            <a:r>
              <a:rPr lang="en-GB" dirty="0"/>
              <a:t>K vs M and the value map.</a:t>
            </a:r>
          </a:p>
        </p:txBody>
      </p:sp>
      <p:pic>
        <p:nvPicPr>
          <p:cNvPr id="4" name="Picture 3">
            <a:extLst>
              <a:ext uri="{FF2B5EF4-FFF2-40B4-BE49-F238E27FC236}">
                <a16:creationId xmlns:a16="http://schemas.microsoft.com/office/drawing/2014/main" id="{9B27AB38-DDA7-1EFF-BF33-DE10BD4006DD}"/>
              </a:ext>
            </a:extLst>
          </p:cNvPr>
          <p:cNvPicPr>
            <a:picLocks noChangeAspect="1"/>
          </p:cNvPicPr>
          <p:nvPr/>
        </p:nvPicPr>
        <p:blipFill>
          <a:blip r:embed="rId2"/>
          <a:stretch>
            <a:fillRect/>
          </a:stretch>
        </p:blipFill>
        <p:spPr>
          <a:xfrm>
            <a:off x="1128889" y="1174810"/>
            <a:ext cx="10453509" cy="4774755"/>
          </a:xfrm>
          <a:prstGeom prst="rect">
            <a:avLst/>
          </a:prstGeom>
        </p:spPr>
      </p:pic>
      <p:sp>
        <p:nvSpPr>
          <p:cNvPr id="5" name="Oval 4">
            <a:extLst>
              <a:ext uri="{FF2B5EF4-FFF2-40B4-BE49-F238E27FC236}">
                <a16:creationId xmlns:a16="http://schemas.microsoft.com/office/drawing/2014/main" id="{5B7EE718-5ED4-7F8E-57A9-AF367B0EE941}"/>
              </a:ext>
            </a:extLst>
          </p:cNvPr>
          <p:cNvSpPr/>
          <p:nvPr/>
        </p:nvSpPr>
        <p:spPr>
          <a:xfrm>
            <a:off x="3285067" y="2551289"/>
            <a:ext cx="191911" cy="2144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0318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E9398-CBDB-3D87-9F74-5E4B98AB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50FEA-26F0-60DC-3039-7A24C1D013D9}"/>
              </a:ext>
            </a:extLst>
          </p:cNvPr>
          <p:cNvSpPr>
            <a:spLocks noGrp="1"/>
          </p:cNvSpPr>
          <p:nvPr>
            <p:ph type="title"/>
          </p:nvPr>
        </p:nvSpPr>
        <p:spPr/>
        <p:txBody>
          <a:bodyPr/>
          <a:lstStyle/>
          <a:p>
            <a:r>
              <a:rPr lang="en-GB" dirty="0"/>
              <a:t>The result:</a:t>
            </a:r>
          </a:p>
        </p:txBody>
      </p:sp>
      <p:sp>
        <p:nvSpPr>
          <p:cNvPr id="8" name="TextBox 7">
            <a:extLst>
              <a:ext uri="{FF2B5EF4-FFF2-40B4-BE49-F238E27FC236}">
                <a16:creationId xmlns:a16="http://schemas.microsoft.com/office/drawing/2014/main" id="{9CEEB298-6B7E-0B1D-DB73-C867ED368419}"/>
              </a:ext>
            </a:extLst>
          </p:cNvPr>
          <p:cNvSpPr txBox="1"/>
          <p:nvPr/>
        </p:nvSpPr>
        <p:spPr>
          <a:xfrm>
            <a:off x="3957625" y="5572125"/>
            <a:ext cx="4276748" cy="369332"/>
          </a:xfrm>
          <a:prstGeom prst="rect">
            <a:avLst/>
          </a:prstGeom>
          <a:noFill/>
        </p:spPr>
        <p:txBody>
          <a:bodyPr wrap="none" rtlCol="0">
            <a:spAutoFit/>
          </a:bodyPr>
          <a:lstStyle/>
          <a:p>
            <a:r>
              <a:rPr lang="en-GB" dirty="0"/>
              <a:t>Cumulative probability for objective values .</a:t>
            </a:r>
          </a:p>
        </p:txBody>
      </p:sp>
      <p:sp>
        <p:nvSpPr>
          <p:cNvPr id="5" name="Oval 4">
            <a:extLst>
              <a:ext uri="{FF2B5EF4-FFF2-40B4-BE49-F238E27FC236}">
                <a16:creationId xmlns:a16="http://schemas.microsoft.com/office/drawing/2014/main" id="{91B1535E-161B-26FB-910D-13952363D162}"/>
              </a:ext>
            </a:extLst>
          </p:cNvPr>
          <p:cNvSpPr/>
          <p:nvPr/>
        </p:nvSpPr>
        <p:spPr>
          <a:xfrm>
            <a:off x="3285067" y="2551289"/>
            <a:ext cx="191911" cy="214489"/>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1EF7CA4D-AC65-8512-D99B-968446FD8DE7}"/>
              </a:ext>
            </a:extLst>
          </p:cNvPr>
          <p:cNvPicPr>
            <a:picLocks noChangeAspect="1"/>
          </p:cNvPicPr>
          <p:nvPr/>
        </p:nvPicPr>
        <p:blipFill>
          <a:blip r:embed="rId2"/>
          <a:stretch>
            <a:fillRect/>
          </a:stretch>
        </p:blipFill>
        <p:spPr>
          <a:xfrm>
            <a:off x="2919412" y="1285875"/>
            <a:ext cx="6353175" cy="4286250"/>
          </a:xfrm>
          <a:prstGeom prst="rect">
            <a:avLst/>
          </a:prstGeom>
        </p:spPr>
      </p:pic>
    </p:spTree>
    <p:extLst>
      <p:ext uri="{BB962C8B-B14F-4D97-AF65-F5344CB8AC3E}">
        <p14:creationId xmlns:p14="http://schemas.microsoft.com/office/powerpoint/2010/main" val="359978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4F81-C101-B867-05E3-F00C733FA0DE}"/>
              </a:ext>
            </a:extLst>
          </p:cNvPr>
          <p:cNvSpPr>
            <a:spLocks noGrp="1"/>
          </p:cNvSpPr>
          <p:nvPr>
            <p:ph type="title"/>
          </p:nvPr>
        </p:nvSpPr>
        <p:spPr>
          <a:xfrm>
            <a:off x="609602" y="273600"/>
            <a:ext cx="11158332" cy="1143000"/>
          </a:xfrm>
        </p:spPr>
        <p:txBody>
          <a:bodyPr anchor="ctr">
            <a:normAutofit/>
          </a:bodyPr>
          <a:lstStyle/>
          <a:p>
            <a:r>
              <a:rPr lang="en-GB" noProof="0" dirty="0"/>
              <a:t>Pruning</a:t>
            </a:r>
          </a:p>
        </p:txBody>
      </p:sp>
      <p:sp>
        <p:nvSpPr>
          <p:cNvPr id="3" name="Content Placeholder 2">
            <a:extLst>
              <a:ext uri="{FF2B5EF4-FFF2-40B4-BE49-F238E27FC236}">
                <a16:creationId xmlns:a16="http://schemas.microsoft.com/office/drawing/2014/main" id="{7A21C304-CA87-3B32-8F7F-4C48C2DCCB90}"/>
              </a:ext>
            </a:extLst>
          </p:cNvPr>
          <p:cNvSpPr>
            <a:spLocks noGrp="1"/>
          </p:cNvSpPr>
          <p:nvPr>
            <p:ph sz="half" idx="1"/>
          </p:nvPr>
        </p:nvSpPr>
        <p:spPr>
          <a:xfrm>
            <a:off x="609600" y="1602000"/>
            <a:ext cx="5472000" cy="4525200"/>
          </a:xfrm>
        </p:spPr>
        <p:txBody>
          <a:bodyPr>
            <a:normAutofit/>
          </a:bodyPr>
          <a:lstStyle/>
          <a:p>
            <a:pPr marL="0" indent="0">
              <a:buNone/>
            </a:pPr>
            <a:r>
              <a:rPr lang="en-GB" noProof="0" dirty="0"/>
              <a:t>To save on both time and computational resources, </a:t>
            </a:r>
            <a:r>
              <a:rPr lang="en-GB" noProof="0" dirty="0" err="1"/>
              <a:t>optuna</a:t>
            </a:r>
            <a:r>
              <a:rPr lang="en-GB" noProof="0" dirty="0"/>
              <a:t> supports termination of trials that does not show promise in the early stages of training.</a:t>
            </a:r>
          </a:p>
          <a:p>
            <a:pPr marL="0" indent="0">
              <a:buNone/>
            </a:pPr>
            <a:endParaRPr lang="en-GB" noProof="0" dirty="0"/>
          </a:p>
          <a:p>
            <a:pPr marL="0" indent="0">
              <a:buNone/>
            </a:pPr>
            <a:r>
              <a:rPr lang="en-GB" noProof="0" dirty="0"/>
              <a:t>Various pruning methods are available such as hyperband pruning, percentile pruning etc.</a:t>
            </a:r>
          </a:p>
          <a:p>
            <a:pPr marL="0" indent="0">
              <a:buNone/>
            </a:pPr>
            <a:endParaRPr lang="en-GB" noProof="0" dirty="0"/>
          </a:p>
          <a:p>
            <a:pPr marL="0" indent="0">
              <a:buNone/>
            </a:pPr>
            <a:r>
              <a:rPr lang="en-GB" noProof="0" dirty="0"/>
              <a:t>In our tutorial we will be using the median pruner, comparing the median of the metric across trials for a given timestep.</a:t>
            </a:r>
          </a:p>
          <a:p>
            <a:pPr marL="0" indent="0">
              <a:buNone/>
            </a:pPr>
            <a:endParaRPr lang="en-GB" noProof="0" dirty="0"/>
          </a:p>
          <a:p>
            <a:pPr marL="0" indent="0">
              <a:buNone/>
            </a:pPr>
            <a:endParaRPr lang="en-GB" noProof="0" dirty="0"/>
          </a:p>
        </p:txBody>
      </p:sp>
      <p:pic>
        <p:nvPicPr>
          <p:cNvPr id="5" name="Picture 4" descr="Person wearing flannel shirt and gloves, holding handles of large garden shears, pruning branch of shrub">
            <a:extLst>
              <a:ext uri="{FF2B5EF4-FFF2-40B4-BE49-F238E27FC236}">
                <a16:creationId xmlns:a16="http://schemas.microsoft.com/office/drawing/2014/main" id="{CB0D2F7A-586D-901B-A6D6-A32C4DF58D7D}"/>
              </a:ext>
            </a:extLst>
          </p:cNvPr>
          <p:cNvPicPr>
            <a:picLocks noChangeAspect="1"/>
          </p:cNvPicPr>
          <p:nvPr/>
        </p:nvPicPr>
        <p:blipFill>
          <a:blip r:embed="rId2"/>
          <a:srcRect l="38317" r="21578" b="1"/>
          <a:stretch>
            <a:fillRect/>
          </a:stretch>
        </p:blipFill>
        <p:spPr>
          <a:xfrm>
            <a:off x="7743217" y="1047523"/>
            <a:ext cx="3392257" cy="4525200"/>
          </a:xfrm>
          <a:prstGeom prst="rect">
            <a:avLst/>
          </a:prstGeom>
          <a:noFill/>
        </p:spPr>
      </p:pic>
    </p:spTree>
    <p:extLst>
      <p:ext uri="{BB962C8B-B14F-4D97-AF65-F5344CB8AC3E}">
        <p14:creationId xmlns:p14="http://schemas.microsoft.com/office/powerpoint/2010/main" val="3916639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5B50-0EED-0C69-8457-A2766B665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AB82E-C608-3908-28E5-266477670668}"/>
              </a:ext>
            </a:extLst>
          </p:cNvPr>
          <p:cNvSpPr>
            <a:spLocks noGrp="1"/>
          </p:cNvSpPr>
          <p:nvPr>
            <p:ph type="title"/>
          </p:nvPr>
        </p:nvSpPr>
        <p:spPr/>
        <p:txBody>
          <a:bodyPr/>
          <a:lstStyle/>
          <a:p>
            <a:r>
              <a:rPr lang="en-GB" noProof="0" dirty="0"/>
              <a:t>Pruning</a:t>
            </a:r>
          </a:p>
        </p:txBody>
      </p:sp>
      <p:sp>
        <p:nvSpPr>
          <p:cNvPr id="3" name="Content Placeholder 2">
            <a:extLst>
              <a:ext uri="{FF2B5EF4-FFF2-40B4-BE49-F238E27FC236}">
                <a16:creationId xmlns:a16="http://schemas.microsoft.com/office/drawing/2014/main" id="{FD921C66-50AB-9FCB-D253-D18A5CFA4C0A}"/>
              </a:ext>
            </a:extLst>
          </p:cNvPr>
          <p:cNvSpPr>
            <a:spLocks noGrp="1"/>
          </p:cNvSpPr>
          <p:nvPr>
            <p:ph idx="1"/>
          </p:nvPr>
        </p:nvSpPr>
        <p:spPr/>
        <p:txBody>
          <a:bodyPr/>
          <a:lstStyle/>
          <a:p>
            <a:pPr marL="0" indent="0">
              <a:buNone/>
            </a:pPr>
            <a:r>
              <a:rPr lang="en-GB" noProof="0" dirty="0"/>
              <a:t>We pass the pruner to </a:t>
            </a:r>
            <a:r>
              <a:rPr lang="en-GB" noProof="0" dirty="0" err="1"/>
              <a:t>optuna.create</a:t>
            </a:r>
            <a:r>
              <a:rPr lang="en-GB" dirty="0"/>
              <a:t>_study(pruner=</a:t>
            </a:r>
            <a:r>
              <a:rPr lang="en-GB" dirty="0" err="1"/>
              <a:t>optuna.pruners.MedianPruner</a:t>
            </a:r>
            <a:r>
              <a:rPr lang="en-GB" dirty="0"/>
              <a:t>)</a:t>
            </a:r>
            <a:endParaRPr lang="en-GB" noProof="0" dirty="0"/>
          </a:p>
          <a:p>
            <a:pPr marL="0" indent="0">
              <a:buNone/>
            </a:pPr>
            <a:endParaRPr lang="en-GB" noProof="0" dirty="0"/>
          </a:p>
          <a:p>
            <a:pPr marL="0" indent="0">
              <a:buNone/>
            </a:pPr>
            <a:r>
              <a:rPr lang="en-GB" noProof="0" dirty="0"/>
              <a:t>In between epochs or batches, we may report the metric we want to prune based on (for example validation loss at each epoch) using:</a:t>
            </a:r>
          </a:p>
          <a:p>
            <a:pPr marL="0" indent="0">
              <a:buNone/>
            </a:pPr>
            <a:r>
              <a:rPr lang="en-GB" noProof="0" dirty="0" err="1">
                <a:solidFill>
                  <a:schemeClr val="accent1">
                    <a:lumMod val="60000"/>
                    <a:lumOff val="40000"/>
                  </a:schemeClr>
                </a:solidFill>
              </a:rPr>
              <a:t>trial.report</a:t>
            </a:r>
            <a:r>
              <a:rPr lang="en-GB" noProof="0" dirty="0">
                <a:solidFill>
                  <a:schemeClr val="accent1">
                    <a:lumMod val="60000"/>
                    <a:lumOff val="40000"/>
                  </a:schemeClr>
                </a:solidFill>
              </a:rPr>
              <a:t>(</a:t>
            </a:r>
            <a:r>
              <a:rPr lang="en-GB" noProof="0" dirty="0" err="1">
                <a:solidFill>
                  <a:schemeClr val="accent1">
                    <a:lumMod val="60000"/>
                    <a:lumOff val="40000"/>
                  </a:schemeClr>
                </a:solidFill>
              </a:rPr>
              <a:t>current_value</a:t>
            </a:r>
            <a:r>
              <a:rPr lang="en-GB" noProof="0" dirty="0">
                <a:solidFill>
                  <a:schemeClr val="accent1">
                    <a:lumMod val="60000"/>
                    <a:lumOff val="40000"/>
                  </a:schemeClr>
                </a:solidFill>
              </a:rPr>
              <a:t>, epoch)</a:t>
            </a:r>
            <a:endParaRPr lang="en-GB" noProof="0" dirty="0"/>
          </a:p>
          <a:p>
            <a:pPr marL="0" indent="0">
              <a:buNone/>
            </a:pPr>
            <a:endParaRPr lang="en-GB" noProof="0" dirty="0">
              <a:solidFill>
                <a:schemeClr val="accent1">
                  <a:lumMod val="60000"/>
                  <a:lumOff val="40000"/>
                </a:schemeClr>
              </a:solidFill>
            </a:endParaRPr>
          </a:p>
          <a:p>
            <a:pPr marL="0" indent="0">
              <a:buNone/>
            </a:pPr>
            <a:r>
              <a:rPr lang="en-GB" noProof="0" dirty="0"/>
              <a:t>Then, the training loop can be terminated based on the condition that:</a:t>
            </a:r>
          </a:p>
          <a:p>
            <a:pPr marL="0" indent="0">
              <a:buNone/>
            </a:pPr>
            <a:r>
              <a:rPr lang="en-GB" noProof="0" dirty="0" err="1">
                <a:solidFill>
                  <a:schemeClr val="accent1">
                    <a:lumMod val="60000"/>
                    <a:lumOff val="40000"/>
                  </a:schemeClr>
                </a:solidFill>
              </a:rPr>
              <a:t>trial.should_prune</a:t>
            </a:r>
            <a:r>
              <a:rPr lang="en-GB" noProof="0" dirty="0">
                <a:solidFill>
                  <a:schemeClr val="accent1">
                    <a:lumMod val="60000"/>
                    <a:lumOff val="40000"/>
                  </a:schemeClr>
                </a:solidFill>
              </a:rPr>
              <a:t>()==True</a:t>
            </a:r>
            <a:endParaRPr lang="en-GB" noProof="0" dirty="0"/>
          </a:p>
          <a:p>
            <a:pPr marL="0" indent="0">
              <a:buNone/>
            </a:pPr>
            <a:endParaRPr lang="en-GB" noProof="0" dirty="0"/>
          </a:p>
        </p:txBody>
      </p:sp>
    </p:spTree>
    <p:extLst>
      <p:ext uri="{BB962C8B-B14F-4D97-AF65-F5344CB8AC3E}">
        <p14:creationId xmlns:p14="http://schemas.microsoft.com/office/powerpoint/2010/main" val="3008889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96B17-0A44-A06F-9037-9367D6AF0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2B87F-E4B9-A1B1-9B19-02756B05E43C}"/>
              </a:ext>
            </a:extLst>
          </p:cNvPr>
          <p:cNvSpPr>
            <a:spLocks noGrp="1"/>
          </p:cNvSpPr>
          <p:nvPr>
            <p:ph type="title"/>
          </p:nvPr>
        </p:nvSpPr>
        <p:spPr/>
        <p:txBody>
          <a:bodyPr/>
          <a:lstStyle/>
          <a:p>
            <a:r>
              <a:rPr lang="en-GB" noProof="0" dirty="0"/>
              <a:t>Pruning</a:t>
            </a:r>
          </a:p>
        </p:txBody>
      </p:sp>
      <p:sp>
        <p:nvSpPr>
          <p:cNvPr id="3" name="Content Placeholder 2">
            <a:extLst>
              <a:ext uri="{FF2B5EF4-FFF2-40B4-BE49-F238E27FC236}">
                <a16:creationId xmlns:a16="http://schemas.microsoft.com/office/drawing/2014/main" id="{CBD83765-C1BC-CFFC-3017-F2A1F6E670F6}"/>
              </a:ext>
            </a:extLst>
          </p:cNvPr>
          <p:cNvSpPr>
            <a:spLocks noGrp="1"/>
          </p:cNvSpPr>
          <p:nvPr>
            <p:ph idx="1"/>
          </p:nvPr>
        </p:nvSpPr>
        <p:spPr/>
        <p:txBody>
          <a:bodyPr/>
          <a:lstStyle/>
          <a:p>
            <a:pPr marL="0" indent="0">
              <a:buNone/>
            </a:pPr>
            <a:r>
              <a:rPr lang="en-GB" noProof="0" dirty="0"/>
              <a:t>We pass the pruner to the study we are creating:</a:t>
            </a:r>
          </a:p>
          <a:p>
            <a:pPr marL="0" indent="0">
              <a:buNone/>
            </a:pPr>
            <a:endParaRPr lang="en-GB" dirty="0"/>
          </a:p>
          <a:p>
            <a:pPr marL="0" indent="0">
              <a:buNone/>
            </a:pPr>
            <a:r>
              <a:rPr lang="en-GB" noProof="0" dirty="0"/>
              <a:t> </a:t>
            </a:r>
            <a:r>
              <a:rPr lang="en-GB" noProof="0" dirty="0" err="1">
                <a:solidFill>
                  <a:schemeClr val="accent1">
                    <a:lumMod val="60000"/>
                    <a:lumOff val="40000"/>
                  </a:schemeClr>
                </a:solidFill>
              </a:rPr>
              <a:t>optuna.create</a:t>
            </a:r>
            <a:r>
              <a:rPr lang="en-GB" dirty="0">
                <a:solidFill>
                  <a:schemeClr val="accent1">
                    <a:lumMod val="60000"/>
                    <a:lumOff val="40000"/>
                  </a:schemeClr>
                </a:solidFill>
              </a:rPr>
              <a:t>_study(pruner=</a:t>
            </a:r>
            <a:r>
              <a:rPr lang="en-GB" dirty="0" err="1">
                <a:solidFill>
                  <a:schemeClr val="accent1">
                    <a:lumMod val="60000"/>
                    <a:lumOff val="40000"/>
                  </a:schemeClr>
                </a:solidFill>
              </a:rPr>
              <a:t>my_pruner</a:t>
            </a:r>
            <a:r>
              <a:rPr lang="en-GB" dirty="0">
                <a:solidFill>
                  <a:schemeClr val="accent1">
                    <a:lumMod val="60000"/>
                    <a:lumOff val="40000"/>
                  </a:schemeClr>
                </a:solidFill>
              </a:rPr>
              <a:t>)</a:t>
            </a:r>
            <a:endParaRPr lang="en-GB" noProof="0" dirty="0">
              <a:solidFill>
                <a:schemeClr val="accent1">
                  <a:lumMod val="60000"/>
                  <a:lumOff val="40000"/>
                </a:schemeClr>
              </a:solidFill>
            </a:endParaRPr>
          </a:p>
          <a:p>
            <a:pPr marL="0" indent="0">
              <a:buNone/>
            </a:pPr>
            <a:endParaRPr lang="en-GB" noProof="0" dirty="0"/>
          </a:p>
          <a:p>
            <a:pPr marL="0" indent="0">
              <a:buNone/>
            </a:pPr>
            <a:r>
              <a:rPr lang="en-GB" noProof="0" dirty="0"/>
              <a:t>In between epochs or batches, we may report the metric we want to prune based on (for example validation loss at each epoch) using:</a:t>
            </a:r>
          </a:p>
          <a:p>
            <a:pPr marL="0" indent="0">
              <a:buNone/>
            </a:pPr>
            <a:r>
              <a:rPr lang="en-GB" noProof="0" dirty="0" err="1">
                <a:solidFill>
                  <a:schemeClr val="accent1">
                    <a:lumMod val="60000"/>
                    <a:lumOff val="40000"/>
                  </a:schemeClr>
                </a:solidFill>
              </a:rPr>
              <a:t>trial.report</a:t>
            </a:r>
            <a:r>
              <a:rPr lang="en-GB" noProof="0" dirty="0">
                <a:solidFill>
                  <a:schemeClr val="accent1">
                    <a:lumMod val="60000"/>
                    <a:lumOff val="40000"/>
                  </a:schemeClr>
                </a:solidFill>
              </a:rPr>
              <a:t>(</a:t>
            </a:r>
            <a:r>
              <a:rPr lang="en-GB" noProof="0" dirty="0" err="1">
                <a:solidFill>
                  <a:schemeClr val="accent1">
                    <a:lumMod val="60000"/>
                    <a:lumOff val="40000"/>
                  </a:schemeClr>
                </a:solidFill>
              </a:rPr>
              <a:t>current_value</a:t>
            </a:r>
            <a:r>
              <a:rPr lang="en-GB" noProof="0" dirty="0">
                <a:solidFill>
                  <a:schemeClr val="accent1">
                    <a:lumMod val="60000"/>
                    <a:lumOff val="40000"/>
                  </a:schemeClr>
                </a:solidFill>
              </a:rPr>
              <a:t>, epoch)</a:t>
            </a:r>
            <a:endParaRPr lang="en-GB" noProof="0" dirty="0"/>
          </a:p>
          <a:p>
            <a:pPr marL="0" indent="0">
              <a:buNone/>
            </a:pPr>
            <a:endParaRPr lang="en-GB" noProof="0" dirty="0">
              <a:solidFill>
                <a:schemeClr val="accent1">
                  <a:lumMod val="60000"/>
                  <a:lumOff val="40000"/>
                </a:schemeClr>
              </a:solidFill>
            </a:endParaRPr>
          </a:p>
          <a:p>
            <a:pPr marL="0" indent="0">
              <a:buNone/>
            </a:pPr>
            <a:r>
              <a:rPr lang="en-GB" noProof="0" dirty="0"/>
              <a:t>Then, the training loop can be terminated based on the condition that:</a:t>
            </a:r>
          </a:p>
          <a:p>
            <a:pPr marL="0" indent="0">
              <a:buNone/>
            </a:pPr>
            <a:r>
              <a:rPr lang="en-GB" noProof="0" dirty="0" err="1">
                <a:solidFill>
                  <a:schemeClr val="accent1">
                    <a:lumMod val="60000"/>
                    <a:lumOff val="40000"/>
                  </a:schemeClr>
                </a:solidFill>
              </a:rPr>
              <a:t>trial.should_prune</a:t>
            </a:r>
            <a:r>
              <a:rPr lang="en-GB" noProof="0" dirty="0">
                <a:solidFill>
                  <a:schemeClr val="accent1">
                    <a:lumMod val="60000"/>
                    <a:lumOff val="40000"/>
                  </a:schemeClr>
                </a:solidFill>
              </a:rPr>
              <a:t>()==True</a:t>
            </a:r>
            <a:endParaRPr lang="en-GB" noProof="0" dirty="0"/>
          </a:p>
          <a:p>
            <a:pPr marL="0" indent="0">
              <a:buNone/>
            </a:pPr>
            <a:endParaRPr lang="en-GB" noProof="0" dirty="0"/>
          </a:p>
        </p:txBody>
      </p:sp>
      <p:pic>
        <p:nvPicPr>
          <p:cNvPr id="5" name="Graphic 4" descr="Scissors with solid fill">
            <a:extLst>
              <a:ext uri="{FF2B5EF4-FFF2-40B4-BE49-F238E27FC236}">
                <a16:creationId xmlns:a16="http://schemas.microsoft.com/office/drawing/2014/main" id="{554AE3B2-0B2C-0DF8-D7B9-18F9FAEBED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360007" y="594097"/>
            <a:ext cx="1645007" cy="1645007"/>
          </a:xfrm>
          <a:prstGeom prst="rect">
            <a:avLst/>
          </a:prstGeom>
        </p:spPr>
      </p:pic>
      <p:pic>
        <p:nvPicPr>
          <p:cNvPr id="7" name="Graphic 6" descr="Robot with solid fill">
            <a:extLst>
              <a:ext uri="{FF2B5EF4-FFF2-40B4-BE49-F238E27FC236}">
                <a16:creationId xmlns:a16="http://schemas.microsoft.com/office/drawing/2014/main" id="{8932057A-A5DF-B223-D0F7-C0CC56D1A9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8457" y="1416599"/>
            <a:ext cx="1645007" cy="1645007"/>
          </a:xfrm>
          <a:prstGeom prst="rect">
            <a:avLst/>
          </a:prstGeom>
        </p:spPr>
      </p:pic>
      <p:pic>
        <p:nvPicPr>
          <p:cNvPr id="9" name="Graphic 8" descr="Anger Symbol outline">
            <a:extLst>
              <a:ext uri="{FF2B5EF4-FFF2-40B4-BE49-F238E27FC236}">
                <a16:creationId xmlns:a16="http://schemas.microsoft.com/office/drawing/2014/main" id="{F806A3BC-05BB-ECF7-3AAE-8868AFEFFBA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66060" y="1036850"/>
            <a:ext cx="944900" cy="944900"/>
          </a:xfrm>
          <a:prstGeom prst="rect">
            <a:avLst/>
          </a:prstGeom>
        </p:spPr>
      </p:pic>
    </p:spTree>
    <p:extLst>
      <p:ext uri="{BB962C8B-B14F-4D97-AF65-F5344CB8AC3E}">
        <p14:creationId xmlns:p14="http://schemas.microsoft.com/office/powerpoint/2010/main" val="2445503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F7B1-9A1D-1983-1F41-648D502E001F}"/>
              </a:ext>
            </a:extLst>
          </p:cNvPr>
          <p:cNvSpPr>
            <a:spLocks noGrp="1"/>
          </p:cNvSpPr>
          <p:nvPr>
            <p:ph type="title"/>
          </p:nvPr>
        </p:nvSpPr>
        <p:spPr/>
        <p:txBody>
          <a:bodyPr/>
          <a:lstStyle/>
          <a:p>
            <a:r>
              <a:rPr lang="en-GB" noProof="0" dirty="0"/>
              <a:t>Demo script 2: Pruning</a:t>
            </a:r>
          </a:p>
        </p:txBody>
      </p:sp>
      <p:sp>
        <p:nvSpPr>
          <p:cNvPr id="3" name="Content Placeholder 2">
            <a:extLst>
              <a:ext uri="{FF2B5EF4-FFF2-40B4-BE49-F238E27FC236}">
                <a16:creationId xmlns:a16="http://schemas.microsoft.com/office/drawing/2014/main" id="{00E49087-3071-7785-F050-2272F7B8519E}"/>
              </a:ext>
            </a:extLst>
          </p:cNvPr>
          <p:cNvSpPr>
            <a:spLocks noGrp="1"/>
          </p:cNvSpPr>
          <p:nvPr>
            <p:ph idx="1"/>
          </p:nvPr>
        </p:nvSpPr>
        <p:spPr/>
        <p:txBody>
          <a:bodyPr/>
          <a:lstStyle/>
          <a:p>
            <a:r>
              <a:rPr lang="en-GB" noProof="0" dirty="0"/>
              <a:t>Let us now look at training a small neural </a:t>
            </a:r>
            <a:r>
              <a:rPr lang="en-GB" noProof="0" dirty="0" err="1"/>
              <a:t>networ</a:t>
            </a:r>
            <a:r>
              <a:rPr lang="en-GB" dirty="0"/>
              <a:t>k to classify nested rings by running optuna_pruning.py.</a:t>
            </a:r>
          </a:p>
          <a:p>
            <a:r>
              <a:rPr lang="en-GB" dirty="0"/>
              <a:t>(</a:t>
            </a:r>
            <a:r>
              <a:rPr lang="en-GB" i="1" dirty="0"/>
              <a:t>yes, I know</a:t>
            </a:r>
            <a:r>
              <a:rPr lang="en-GB" dirty="0"/>
              <a:t>).</a:t>
            </a:r>
          </a:p>
          <a:p>
            <a:r>
              <a:rPr lang="en-GB" noProof="0" dirty="0"/>
              <a:t>We will use this simple problem </a:t>
            </a:r>
            <a:r>
              <a:rPr lang="en-GB" i="1" noProof="0" dirty="0"/>
              <a:t>and </a:t>
            </a:r>
            <a:r>
              <a:rPr lang="en-GB" noProof="0" dirty="0"/>
              <a:t>solution to show how easy it is to integrate </a:t>
            </a:r>
            <a:r>
              <a:rPr lang="en-GB" noProof="0" dirty="0" err="1"/>
              <a:t>optuna</a:t>
            </a:r>
            <a:r>
              <a:rPr lang="en-GB" noProof="0" dirty="0"/>
              <a:t> within your current project and the effects of pruning.</a:t>
            </a:r>
          </a:p>
        </p:txBody>
      </p:sp>
    </p:spTree>
    <p:extLst>
      <p:ext uri="{BB962C8B-B14F-4D97-AF65-F5344CB8AC3E}">
        <p14:creationId xmlns:p14="http://schemas.microsoft.com/office/powerpoint/2010/main" val="1429665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23483-EF02-2EB4-5FBF-2F8CD93A3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E3123D-2798-6A23-7F32-D601B8FBC951}"/>
              </a:ext>
            </a:extLst>
          </p:cNvPr>
          <p:cNvSpPr>
            <a:spLocks noGrp="1"/>
          </p:cNvSpPr>
          <p:nvPr>
            <p:ph type="title"/>
          </p:nvPr>
        </p:nvSpPr>
        <p:spPr/>
        <p:txBody>
          <a:bodyPr/>
          <a:lstStyle/>
          <a:p>
            <a:r>
              <a:rPr lang="en-GB" noProof="0" dirty="0"/>
              <a:t>Experiment tracking (</a:t>
            </a:r>
            <a:r>
              <a:rPr lang="en-GB" noProof="0" dirty="0" err="1"/>
              <a:t>MLFlow</a:t>
            </a:r>
            <a:r>
              <a:rPr lang="en-GB" noProof="0" dirty="0"/>
              <a:t>)</a:t>
            </a:r>
          </a:p>
        </p:txBody>
      </p:sp>
      <p:sp>
        <p:nvSpPr>
          <p:cNvPr id="3" name="Content Placeholder 2">
            <a:extLst>
              <a:ext uri="{FF2B5EF4-FFF2-40B4-BE49-F238E27FC236}">
                <a16:creationId xmlns:a16="http://schemas.microsoft.com/office/drawing/2014/main" id="{F2584333-94BF-0480-AC19-F83608AA49F4}"/>
              </a:ext>
            </a:extLst>
          </p:cNvPr>
          <p:cNvSpPr>
            <a:spLocks noGrp="1"/>
          </p:cNvSpPr>
          <p:nvPr>
            <p:ph idx="1"/>
          </p:nvPr>
        </p:nvSpPr>
        <p:spPr/>
        <p:txBody>
          <a:bodyPr/>
          <a:lstStyle/>
          <a:p>
            <a:pPr marL="0" indent="0">
              <a:buNone/>
            </a:pPr>
            <a:r>
              <a:rPr lang="en-GB" noProof="0" dirty="0" err="1"/>
              <a:t>MLFlow</a:t>
            </a:r>
            <a:r>
              <a:rPr lang="en-GB" noProof="0" dirty="0"/>
              <a:t> is a flexible platform allowing you to track and log your model in real-time locally or to shared servers, with various features supporting the evaluation, packaging, and deploying your models.</a:t>
            </a:r>
          </a:p>
          <a:p>
            <a:pPr marL="0" indent="0">
              <a:buNone/>
            </a:pPr>
            <a:endParaRPr lang="en-GB" noProof="0" dirty="0"/>
          </a:p>
          <a:p>
            <a:pPr marL="0" indent="0">
              <a:buNone/>
            </a:pPr>
            <a:r>
              <a:rPr lang="en-GB" noProof="0" dirty="0"/>
              <a:t>It has become a commonly used tool within the industry, but while it shines in a team setting it also makes working with large sets of models and experiments a lot more manageable for the individual as well.</a:t>
            </a:r>
          </a:p>
        </p:txBody>
      </p:sp>
    </p:spTree>
    <p:extLst>
      <p:ext uri="{BB962C8B-B14F-4D97-AF65-F5344CB8AC3E}">
        <p14:creationId xmlns:p14="http://schemas.microsoft.com/office/powerpoint/2010/main" val="4014084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023E-0C19-5DA9-3BE6-7403915704C0}"/>
              </a:ext>
            </a:extLst>
          </p:cNvPr>
          <p:cNvSpPr>
            <a:spLocks noGrp="1"/>
          </p:cNvSpPr>
          <p:nvPr>
            <p:ph type="title"/>
          </p:nvPr>
        </p:nvSpPr>
        <p:spPr/>
        <p:txBody>
          <a:bodyPr/>
          <a:lstStyle/>
          <a:p>
            <a:r>
              <a:rPr lang="en-GB" noProof="0" dirty="0"/>
              <a:t>General structure</a:t>
            </a:r>
          </a:p>
        </p:txBody>
      </p:sp>
      <p:sp>
        <p:nvSpPr>
          <p:cNvPr id="3" name="Content Placeholder 2">
            <a:extLst>
              <a:ext uri="{FF2B5EF4-FFF2-40B4-BE49-F238E27FC236}">
                <a16:creationId xmlns:a16="http://schemas.microsoft.com/office/drawing/2014/main" id="{75E5274B-01F2-2971-65B5-88E9065F63E7}"/>
              </a:ext>
            </a:extLst>
          </p:cNvPr>
          <p:cNvSpPr>
            <a:spLocks noGrp="1"/>
          </p:cNvSpPr>
          <p:nvPr>
            <p:ph idx="1"/>
          </p:nvPr>
        </p:nvSpPr>
        <p:spPr>
          <a:ln>
            <a:solidFill>
              <a:schemeClr val="bg1"/>
            </a:solidFill>
          </a:ln>
        </p:spPr>
        <p:txBody>
          <a:bodyPr/>
          <a:lstStyle/>
          <a:p>
            <a:r>
              <a:rPr lang="en-GB" noProof="0" dirty="0">
                <a:solidFill>
                  <a:schemeClr val="accent1">
                    <a:lumMod val="60000"/>
                    <a:lumOff val="40000"/>
                  </a:schemeClr>
                </a:solidFill>
              </a:rPr>
              <a:t>Experiments: </a:t>
            </a:r>
            <a:r>
              <a:rPr lang="en-GB" noProof="0" dirty="0"/>
              <a:t>Separate different projects on the same server by logging them to different experiments. Can be identified by name string or int.</a:t>
            </a:r>
          </a:p>
          <a:p>
            <a:r>
              <a:rPr lang="en-GB" noProof="0" dirty="0">
                <a:solidFill>
                  <a:schemeClr val="accent1">
                    <a:lumMod val="60000"/>
                    <a:lumOff val="40000"/>
                  </a:schemeClr>
                </a:solidFill>
              </a:rPr>
              <a:t>Runs: </a:t>
            </a:r>
            <a:r>
              <a:rPr lang="en-GB" noProof="0" dirty="0"/>
              <a:t>Each training instance can be set to generate runs individually or as children to a parent run, useful with </a:t>
            </a:r>
            <a:r>
              <a:rPr lang="en-GB" noProof="0" dirty="0" err="1"/>
              <a:t>Optuna</a:t>
            </a:r>
            <a:r>
              <a:rPr lang="en-GB" noProof="0" dirty="0"/>
              <a:t> HPO. Each run has its own unique </a:t>
            </a:r>
            <a:r>
              <a:rPr lang="en-GB" noProof="0" dirty="0" err="1"/>
              <a:t>runID</a:t>
            </a:r>
            <a:r>
              <a:rPr lang="en-GB" noProof="0" dirty="0"/>
              <a:t>.</a:t>
            </a:r>
          </a:p>
          <a:p>
            <a:r>
              <a:rPr lang="en-GB" noProof="0" dirty="0">
                <a:solidFill>
                  <a:schemeClr val="accent1">
                    <a:lumMod val="60000"/>
                    <a:lumOff val="40000"/>
                  </a:schemeClr>
                </a:solidFill>
              </a:rPr>
              <a:t>Models: </a:t>
            </a:r>
            <a:r>
              <a:rPr lang="en-GB" noProof="0" dirty="0"/>
              <a:t>The direct machine learning product of your runs, models have an independent existence to their originating run in </a:t>
            </a:r>
            <a:r>
              <a:rPr lang="en-GB" dirty="0"/>
              <a:t>ML</a:t>
            </a:r>
            <a:r>
              <a:rPr lang="en-GB" noProof="0" dirty="0"/>
              <a:t>flow 3.</a:t>
            </a:r>
          </a:p>
          <a:p>
            <a:pPr marL="0" indent="0">
              <a:buNone/>
            </a:pPr>
            <a:endParaRPr lang="en-GB" noProof="0" dirty="0"/>
          </a:p>
        </p:txBody>
      </p:sp>
    </p:spTree>
    <p:extLst>
      <p:ext uri="{BB962C8B-B14F-4D97-AF65-F5344CB8AC3E}">
        <p14:creationId xmlns:p14="http://schemas.microsoft.com/office/powerpoint/2010/main" val="3804593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286CD-B769-4A00-9175-B078D9A327E1}"/>
              </a:ext>
            </a:extLst>
          </p:cNvPr>
          <p:cNvSpPr>
            <a:spLocks noGrp="1"/>
          </p:cNvSpPr>
          <p:nvPr>
            <p:ph type="title"/>
          </p:nvPr>
        </p:nvSpPr>
        <p:spPr/>
        <p:txBody>
          <a:bodyPr/>
          <a:lstStyle/>
          <a:p>
            <a:r>
              <a:rPr lang="en-GB" noProof="0" dirty="0"/>
              <a:t>Setting up the </a:t>
            </a:r>
            <a:r>
              <a:rPr lang="en-GB" noProof="0" dirty="0" err="1"/>
              <a:t>MLFlow</a:t>
            </a:r>
            <a:r>
              <a:rPr lang="en-GB" noProof="0" dirty="0"/>
              <a:t> tracking server</a:t>
            </a:r>
          </a:p>
        </p:txBody>
      </p:sp>
      <p:sp>
        <p:nvSpPr>
          <p:cNvPr id="3" name="Content Placeholder 2">
            <a:extLst>
              <a:ext uri="{FF2B5EF4-FFF2-40B4-BE49-F238E27FC236}">
                <a16:creationId xmlns:a16="http://schemas.microsoft.com/office/drawing/2014/main" id="{36EC7C17-4BF3-799D-BFD3-455B158C8C85}"/>
              </a:ext>
            </a:extLst>
          </p:cNvPr>
          <p:cNvSpPr>
            <a:spLocks noGrp="1"/>
          </p:cNvSpPr>
          <p:nvPr>
            <p:ph idx="1"/>
          </p:nvPr>
        </p:nvSpPr>
        <p:spPr/>
        <p:txBody>
          <a:bodyPr/>
          <a:lstStyle/>
          <a:p>
            <a:r>
              <a:rPr lang="en-GB" noProof="0" dirty="0"/>
              <a:t>In a team setting you will usually work with a shared </a:t>
            </a:r>
            <a:r>
              <a:rPr lang="en-GB" noProof="0" dirty="0" err="1"/>
              <a:t>mlflow</a:t>
            </a:r>
            <a:r>
              <a:rPr lang="en-GB" noProof="0" dirty="0"/>
              <a:t> server, but for this exercise we will be hosting a local server of our own.</a:t>
            </a:r>
          </a:p>
          <a:p>
            <a:r>
              <a:rPr lang="en-GB" noProof="0" dirty="0"/>
              <a:t>To set up the server for our exercise, open your terminal in the project root and activate the environment, then run:</a:t>
            </a:r>
          </a:p>
          <a:p>
            <a:endParaRPr lang="en-GB" noProof="0" dirty="0"/>
          </a:p>
          <a:p>
            <a:pPr marL="0" indent="0">
              <a:buNone/>
            </a:pPr>
            <a:r>
              <a:rPr lang="en-GB" dirty="0" err="1">
                <a:solidFill>
                  <a:schemeClr val="tx2">
                    <a:lumMod val="60000"/>
                    <a:lumOff val="40000"/>
                  </a:schemeClr>
                </a:solidFill>
              </a:rPr>
              <a:t>mlflow</a:t>
            </a:r>
            <a:r>
              <a:rPr lang="en-GB" dirty="0">
                <a:solidFill>
                  <a:schemeClr val="tx2">
                    <a:lumMod val="60000"/>
                    <a:lumOff val="40000"/>
                  </a:schemeClr>
                </a:solidFill>
              </a:rPr>
              <a:t> server --backend-store-</a:t>
            </a:r>
            <a:r>
              <a:rPr lang="en-GB" dirty="0" err="1">
                <a:solidFill>
                  <a:schemeClr val="tx2">
                    <a:lumMod val="60000"/>
                    <a:lumOff val="40000"/>
                  </a:schemeClr>
                </a:solidFill>
              </a:rPr>
              <a:t>uri</a:t>
            </a:r>
            <a:r>
              <a:rPr lang="en-GB" dirty="0">
                <a:solidFill>
                  <a:schemeClr val="tx2">
                    <a:lumMod val="60000"/>
                    <a:lumOff val="40000"/>
                  </a:schemeClr>
                </a:solidFill>
              </a:rPr>
              <a:t> sqlite:///mlflow.db --port 5000</a:t>
            </a:r>
            <a:endParaRPr lang="en-GB" noProof="0" dirty="0"/>
          </a:p>
        </p:txBody>
      </p:sp>
    </p:spTree>
    <p:extLst>
      <p:ext uri="{BB962C8B-B14F-4D97-AF65-F5344CB8AC3E}">
        <p14:creationId xmlns:p14="http://schemas.microsoft.com/office/powerpoint/2010/main" val="3992207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80C6-CAE4-0A82-6B20-24B6E75FF5C2}"/>
              </a:ext>
            </a:extLst>
          </p:cNvPr>
          <p:cNvSpPr>
            <a:spLocks noGrp="1"/>
          </p:cNvSpPr>
          <p:nvPr>
            <p:ph type="title"/>
          </p:nvPr>
        </p:nvSpPr>
        <p:spPr/>
        <p:txBody>
          <a:bodyPr/>
          <a:lstStyle/>
          <a:p>
            <a:r>
              <a:rPr lang="en-GB" noProof="0" dirty="0"/>
              <a:t>Connecting to </a:t>
            </a:r>
            <a:r>
              <a:rPr lang="en-GB" noProof="0" dirty="0" err="1"/>
              <a:t>mlflow</a:t>
            </a:r>
            <a:r>
              <a:rPr lang="en-GB" noProof="0" dirty="0"/>
              <a:t> in your code:</a:t>
            </a:r>
          </a:p>
        </p:txBody>
      </p:sp>
      <p:sp>
        <p:nvSpPr>
          <p:cNvPr id="3" name="Content Placeholder 2">
            <a:extLst>
              <a:ext uri="{FF2B5EF4-FFF2-40B4-BE49-F238E27FC236}">
                <a16:creationId xmlns:a16="http://schemas.microsoft.com/office/drawing/2014/main" id="{BD978E8F-B030-AB4B-E940-BCD05A74062C}"/>
              </a:ext>
            </a:extLst>
          </p:cNvPr>
          <p:cNvSpPr>
            <a:spLocks noGrp="1"/>
          </p:cNvSpPr>
          <p:nvPr>
            <p:ph idx="1"/>
          </p:nvPr>
        </p:nvSpPr>
        <p:spPr/>
        <p:txBody>
          <a:bodyPr/>
          <a:lstStyle/>
          <a:p>
            <a:r>
              <a:rPr lang="en-GB" noProof="0" dirty="0"/>
              <a:t>Set the </a:t>
            </a:r>
            <a:r>
              <a:rPr lang="en-GB" noProof="0" dirty="0" err="1"/>
              <a:t>uri</a:t>
            </a:r>
            <a:r>
              <a:rPr lang="en-GB" noProof="0" dirty="0"/>
              <a:t> with: </a:t>
            </a:r>
            <a:r>
              <a:rPr lang="en-GB" noProof="0" dirty="0" err="1"/>
              <a:t>mlflow.set_tracking_uri</a:t>
            </a:r>
            <a:r>
              <a:rPr lang="en-GB" noProof="0" dirty="0"/>
              <a:t>(”</a:t>
            </a:r>
            <a:r>
              <a:rPr lang="en-GB" noProof="0" dirty="0" err="1"/>
              <a:t>uri</a:t>
            </a:r>
            <a:r>
              <a:rPr lang="en-GB" noProof="0" dirty="0"/>
              <a:t>”).</a:t>
            </a:r>
          </a:p>
          <a:p>
            <a:r>
              <a:rPr lang="en-GB" noProof="0" dirty="0"/>
              <a:t>Set the active experiment with </a:t>
            </a:r>
            <a:r>
              <a:rPr lang="en-GB" noProof="0" dirty="0" err="1"/>
              <a:t>mlflow.set_experiment</a:t>
            </a:r>
            <a:r>
              <a:rPr lang="en-GB" noProof="0" dirty="0"/>
              <a:t>(”</a:t>
            </a:r>
            <a:r>
              <a:rPr lang="en-GB" noProof="0" dirty="0" err="1"/>
              <a:t>experimentname</a:t>
            </a:r>
            <a:r>
              <a:rPr lang="en-GB" noProof="0" dirty="0"/>
              <a:t>”)</a:t>
            </a:r>
          </a:p>
          <a:p>
            <a:endParaRPr lang="en-GB" noProof="0" dirty="0"/>
          </a:p>
          <a:p>
            <a:pPr marL="0" indent="0">
              <a:buNone/>
            </a:pPr>
            <a:r>
              <a:rPr lang="en-GB" noProof="0" dirty="0"/>
              <a:t>Ex:</a:t>
            </a:r>
          </a:p>
          <a:p>
            <a:pPr marL="0" indent="0">
              <a:buNone/>
            </a:pPr>
            <a:r>
              <a:rPr lang="en-GB" noProof="0" dirty="0" err="1"/>
              <a:t>mlflow.set_tracking_uri</a:t>
            </a:r>
            <a:r>
              <a:rPr lang="en-GB" noProof="0" dirty="0"/>
              <a:t>(</a:t>
            </a:r>
            <a:r>
              <a:rPr lang="en-GB" noProof="0" dirty="0">
                <a:hlinkClick r:id="rId2"/>
              </a:rPr>
              <a:t>http://127.0.0.1:5000</a:t>
            </a:r>
            <a:r>
              <a:rPr lang="en-GB" noProof="0" dirty="0"/>
              <a:t>)</a:t>
            </a:r>
          </a:p>
          <a:p>
            <a:pPr marL="0" indent="0">
              <a:buNone/>
            </a:pPr>
            <a:r>
              <a:rPr lang="en-GB" noProof="0" dirty="0" err="1"/>
              <a:t>mlflow.set_experiment</a:t>
            </a:r>
            <a:r>
              <a:rPr lang="en-GB" noProof="0" dirty="0"/>
              <a:t>(”</a:t>
            </a:r>
            <a:r>
              <a:rPr lang="en-GB" noProof="0" dirty="0" err="1"/>
              <a:t>my_experiment</a:t>
            </a:r>
            <a:r>
              <a:rPr lang="en-GB" noProof="0" dirty="0"/>
              <a:t>”)</a:t>
            </a:r>
          </a:p>
          <a:p>
            <a:pPr marL="0" indent="0">
              <a:buNone/>
            </a:pPr>
            <a:endParaRPr lang="en-GB" noProof="0" dirty="0"/>
          </a:p>
        </p:txBody>
      </p:sp>
    </p:spTree>
    <p:extLst>
      <p:ext uri="{BB962C8B-B14F-4D97-AF65-F5344CB8AC3E}">
        <p14:creationId xmlns:p14="http://schemas.microsoft.com/office/powerpoint/2010/main" val="2614613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72C1-E337-431D-E898-8B562CC201C1}"/>
              </a:ext>
            </a:extLst>
          </p:cNvPr>
          <p:cNvSpPr>
            <a:spLocks noGrp="1"/>
          </p:cNvSpPr>
          <p:nvPr>
            <p:ph type="title"/>
          </p:nvPr>
        </p:nvSpPr>
        <p:spPr/>
        <p:txBody>
          <a:bodyPr/>
          <a:lstStyle/>
          <a:p>
            <a:r>
              <a:rPr lang="en-GB" noProof="0" dirty="0" err="1"/>
              <a:t>MLFlow</a:t>
            </a:r>
            <a:r>
              <a:rPr lang="en-GB" noProof="0" dirty="0"/>
              <a:t> logging</a:t>
            </a:r>
          </a:p>
        </p:txBody>
      </p:sp>
      <p:sp>
        <p:nvSpPr>
          <p:cNvPr id="3" name="Content Placeholder 2">
            <a:extLst>
              <a:ext uri="{FF2B5EF4-FFF2-40B4-BE49-F238E27FC236}">
                <a16:creationId xmlns:a16="http://schemas.microsoft.com/office/drawing/2014/main" id="{6D873B32-4946-189E-67AB-2282C166F914}"/>
              </a:ext>
            </a:extLst>
          </p:cNvPr>
          <p:cNvSpPr>
            <a:spLocks noGrp="1"/>
          </p:cNvSpPr>
          <p:nvPr>
            <p:ph idx="1"/>
          </p:nvPr>
        </p:nvSpPr>
        <p:spPr/>
        <p:txBody>
          <a:bodyPr/>
          <a:lstStyle/>
          <a:p>
            <a:r>
              <a:rPr lang="en-GB" noProof="0" dirty="0">
                <a:solidFill>
                  <a:schemeClr val="accent1">
                    <a:lumMod val="60000"/>
                    <a:lumOff val="40000"/>
                  </a:schemeClr>
                </a:solidFill>
              </a:rPr>
              <a:t>Parameters</a:t>
            </a:r>
            <a:r>
              <a:rPr lang="en-GB" noProof="0" dirty="0"/>
              <a:t>: We may log parameters of our choice using:</a:t>
            </a:r>
          </a:p>
          <a:p>
            <a:pPr lvl="1">
              <a:buFont typeface="Courier New" panose="02070309020205020404" pitchFamily="49" charset="0"/>
              <a:buChar char="o"/>
            </a:pPr>
            <a:r>
              <a:rPr lang="en-GB" noProof="0" dirty="0"/>
              <a:t> </a:t>
            </a:r>
            <a:r>
              <a:rPr lang="en-GB" noProof="0" dirty="0" err="1"/>
              <a:t>mlflow.log_param</a:t>
            </a:r>
            <a:r>
              <a:rPr lang="en-GB" noProof="0" dirty="0"/>
              <a:t>(str key,  value) </a:t>
            </a:r>
            <a:r>
              <a:rPr lang="en-GB" noProof="0" dirty="0">
                <a:solidFill>
                  <a:srgbClr val="92D050"/>
                </a:solidFill>
              </a:rPr>
              <a:t>&lt;For a single parameter.</a:t>
            </a:r>
          </a:p>
          <a:p>
            <a:pPr lvl="1">
              <a:buFont typeface="Courier New" panose="02070309020205020404" pitchFamily="49" charset="0"/>
              <a:buChar char="o"/>
            </a:pPr>
            <a:r>
              <a:rPr lang="en-GB" noProof="0" dirty="0"/>
              <a:t> </a:t>
            </a:r>
            <a:r>
              <a:rPr lang="en-GB" noProof="0" dirty="0" err="1"/>
              <a:t>mlflow.log_params</a:t>
            </a:r>
            <a:r>
              <a:rPr lang="en-GB" noProof="0" dirty="0"/>
              <a:t>(</a:t>
            </a:r>
            <a:r>
              <a:rPr lang="en-GB" noProof="0" dirty="0" err="1"/>
              <a:t>dict</a:t>
            </a:r>
            <a:r>
              <a:rPr lang="en-GB" noProof="0" dirty="0"/>
              <a:t> key,_</a:t>
            </a:r>
            <a:r>
              <a:rPr lang="en-GB" noProof="0" dirty="0" err="1"/>
              <a:t>value_dict</a:t>
            </a:r>
            <a:r>
              <a:rPr lang="en-GB" noProof="0" dirty="0"/>
              <a:t>) </a:t>
            </a:r>
            <a:r>
              <a:rPr lang="en-GB" noProof="0" dirty="0">
                <a:solidFill>
                  <a:srgbClr val="92D050"/>
                </a:solidFill>
              </a:rPr>
              <a:t>&lt;For multiple parameters in a batch.</a:t>
            </a:r>
            <a:endParaRPr lang="en-GB" noProof="0" dirty="0"/>
          </a:p>
          <a:p>
            <a:r>
              <a:rPr lang="en-GB" noProof="0" dirty="0">
                <a:solidFill>
                  <a:schemeClr val="accent1">
                    <a:lumMod val="60000"/>
                    <a:lumOff val="40000"/>
                  </a:schemeClr>
                </a:solidFill>
              </a:rPr>
              <a:t>Metrics</a:t>
            </a:r>
            <a:r>
              <a:rPr lang="en-GB" noProof="0" dirty="0"/>
              <a:t>: For metrics we may also want to include information such as which training step we are in:</a:t>
            </a:r>
          </a:p>
          <a:p>
            <a:pPr lvl="1">
              <a:buFont typeface="Courier New" panose="02070309020205020404" pitchFamily="49" charset="0"/>
              <a:buChar char="o"/>
            </a:pPr>
            <a:r>
              <a:rPr lang="en-GB" noProof="0" dirty="0"/>
              <a:t> </a:t>
            </a:r>
            <a:r>
              <a:rPr lang="en-GB" noProof="0" dirty="0" err="1"/>
              <a:t>mlflow.log_metric</a:t>
            </a:r>
            <a:r>
              <a:rPr lang="en-GB" noProof="0" dirty="0"/>
              <a:t>(str key,  value, int step) </a:t>
            </a:r>
          </a:p>
          <a:p>
            <a:pPr lvl="1">
              <a:buFont typeface="Courier New" panose="02070309020205020404" pitchFamily="49" charset="0"/>
              <a:buChar char="o"/>
            </a:pPr>
            <a:r>
              <a:rPr lang="en-GB" noProof="0" dirty="0" err="1"/>
              <a:t>mlflow.log_metrics</a:t>
            </a:r>
            <a:r>
              <a:rPr lang="en-GB" noProof="0" dirty="0"/>
              <a:t>(</a:t>
            </a:r>
            <a:r>
              <a:rPr lang="en-GB" noProof="0" dirty="0" err="1"/>
              <a:t>dict</a:t>
            </a:r>
            <a:r>
              <a:rPr lang="en-GB" noProof="0" dirty="0"/>
              <a:t> key_, </a:t>
            </a:r>
            <a:r>
              <a:rPr lang="en-GB" noProof="0" dirty="0" err="1"/>
              <a:t>value_dict</a:t>
            </a:r>
            <a:r>
              <a:rPr lang="en-GB" noProof="0" dirty="0"/>
              <a:t>)</a:t>
            </a:r>
          </a:p>
        </p:txBody>
      </p:sp>
    </p:spTree>
    <p:extLst>
      <p:ext uri="{BB962C8B-B14F-4D97-AF65-F5344CB8AC3E}">
        <p14:creationId xmlns:p14="http://schemas.microsoft.com/office/powerpoint/2010/main" val="37659967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EC337-F12E-CD2F-163D-A6030D056D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623A6-EABB-4AE1-2313-0741F4C828F0}"/>
              </a:ext>
            </a:extLst>
          </p:cNvPr>
          <p:cNvSpPr>
            <a:spLocks noGrp="1"/>
          </p:cNvSpPr>
          <p:nvPr>
            <p:ph type="title"/>
          </p:nvPr>
        </p:nvSpPr>
        <p:spPr/>
        <p:txBody>
          <a:bodyPr/>
          <a:lstStyle/>
          <a:p>
            <a:r>
              <a:rPr lang="en-GB" noProof="0" dirty="0" err="1"/>
              <a:t>MLFlow</a:t>
            </a:r>
            <a:r>
              <a:rPr lang="en-GB" noProof="0" dirty="0"/>
              <a:t> logging</a:t>
            </a:r>
          </a:p>
        </p:txBody>
      </p:sp>
      <p:sp>
        <p:nvSpPr>
          <p:cNvPr id="3" name="Content Placeholder 2">
            <a:extLst>
              <a:ext uri="{FF2B5EF4-FFF2-40B4-BE49-F238E27FC236}">
                <a16:creationId xmlns:a16="http://schemas.microsoft.com/office/drawing/2014/main" id="{16E48A96-93BB-61E9-36DC-77312B0D721D}"/>
              </a:ext>
            </a:extLst>
          </p:cNvPr>
          <p:cNvSpPr>
            <a:spLocks noGrp="1"/>
          </p:cNvSpPr>
          <p:nvPr>
            <p:ph idx="1"/>
          </p:nvPr>
        </p:nvSpPr>
        <p:spPr/>
        <p:txBody>
          <a:bodyPr/>
          <a:lstStyle/>
          <a:p>
            <a:r>
              <a:rPr lang="en-GB" noProof="0" dirty="0">
                <a:solidFill>
                  <a:schemeClr val="accent1">
                    <a:lumMod val="60000"/>
                    <a:lumOff val="40000"/>
                  </a:schemeClr>
                </a:solidFill>
              </a:rPr>
              <a:t>Artifacts: </a:t>
            </a:r>
            <a:r>
              <a:rPr lang="en-GB" noProof="0" dirty="0"/>
              <a:t>The relevant products of our training. This can include everything from model parameters to figures generated by the evaluation step. These are stored according to the server’s artifact storage, under the attached run.</a:t>
            </a:r>
          </a:p>
          <a:p>
            <a:pPr lvl="1"/>
            <a:r>
              <a:rPr lang="en-GB" noProof="0" dirty="0" err="1"/>
              <a:t>mlflow.log_figure</a:t>
            </a:r>
            <a:r>
              <a:rPr lang="en-GB" noProof="0" dirty="0"/>
              <a:t>(fig,  </a:t>
            </a:r>
            <a:r>
              <a:rPr lang="en-GB" noProof="0" dirty="0" err="1"/>
              <a:t>file_path</a:t>
            </a:r>
            <a:r>
              <a:rPr lang="en-GB" noProof="0" dirty="0"/>
              <a:t>) </a:t>
            </a:r>
            <a:r>
              <a:rPr lang="en-GB" noProof="0" dirty="0">
                <a:solidFill>
                  <a:srgbClr val="92D050"/>
                </a:solidFill>
              </a:rPr>
              <a:t>&lt;Store a figure.</a:t>
            </a:r>
          </a:p>
          <a:p>
            <a:pPr lvl="1"/>
            <a:r>
              <a:rPr lang="en-GB" noProof="0" dirty="0" err="1"/>
              <a:t>mlflow.log_text</a:t>
            </a:r>
            <a:r>
              <a:rPr lang="en-GB" noProof="0" dirty="0"/>
              <a:t>(fig,  </a:t>
            </a:r>
            <a:r>
              <a:rPr lang="en-GB" noProof="0" dirty="0" err="1"/>
              <a:t>file_path</a:t>
            </a:r>
            <a:r>
              <a:rPr lang="en-GB" noProof="0" dirty="0"/>
              <a:t>) </a:t>
            </a:r>
            <a:r>
              <a:rPr lang="en-GB" noProof="0" dirty="0">
                <a:solidFill>
                  <a:srgbClr val="92D050"/>
                </a:solidFill>
              </a:rPr>
              <a:t>&lt;Store a text.</a:t>
            </a:r>
          </a:p>
          <a:p>
            <a:pPr lvl="1"/>
            <a:endParaRPr lang="en-GB" noProof="0" dirty="0">
              <a:solidFill>
                <a:srgbClr val="92D050"/>
              </a:solidFill>
            </a:endParaRPr>
          </a:p>
          <a:p>
            <a:endParaRPr lang="en-GB" noProof="0" dirty="0"/>
          </a:p>
        </p:txBody>
      </p:sp>
    </p:spTree>
    <p:extLst>
      <p:ext uri="{BB962C8B-B14F-4D97-AF65-F5344CB8AC3E}">
        <p14:creationId xmlns:p14="http://schemas.microsoft.com/office/powerpoint/2010/main" val="2698661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6C3F6-1F54-1B13-1401-1121FEE4A4C1}"/>
              </a:ext>
            </a:extLst>
          </p:cNvPr>
          <p:cNvSpPr>
            <a:spLocks noGrp="1"/>
          </p:cNvSpPr>
          <p:nvPr>
            <p:ph type="title"/>
          </p:nvPr>
        </p:nvSpPr>
        <p:spPr/>
        <p:txBody>
          <a:bodyPr/>
          <a:lstStyle/>
          <a:p>
            <a:r>
              <a:rPr lang="en-GB" noProof="0" dirty="0"/>
              <a:t>Active run</a:t>
            </a:r>
          </a:p>
        </p:txBody>
      </p:sp>
      <p:sp>
        <p:nvSpPr>
          <p:cNvPr id="3" name="Content Placeholder 2">
            <a:extLst>
              <a:ext uri="{FF2B5EF4-FFF2-40B4-BE49-F238E27FC236}">
                <a16:creationId xmlns:a16="http://schemas.microsoft.com/office/drawing/2014/main" id="{CCF1979C-923B-5636-E103-F83A7D26DB66}"/>
              </a:ext>
            </a:extLst>
          </p:cNvPr>
          <p:cNvSpPr>
            <a:spLocks noGrp="1"/>
          </p:cNvSpPr>
          <p:nvPr>
            <p:ph idx="1"/>
          </p:nvPr>
        </p:nvSpPr>
        <p:spPr/>
        <p:txBody>
          <a:bodyPr/>
          <a:lstStyle/>
          <a:p>
            <a:r>
              <a:rPr lang="en-GB" noProof="0" dirty="0"/>
              <a:t>If creating a run, then within that scope, logging functions without the </a:t>
            </a:r>
            <a:r>
              <a:rPr lang="en-GB" noProof="0" dirty="0" err="1"/>
              <a:t>runID</a:t>
            </a:r>
            <a:r>
              <a:rPr lang="en-GB" noProof="0" dirty="0"/>
              <a:t> specified will default </a:t>
            </a:r>
            <a:r>
              <a:rPr lang="en-GB" noProof="0"/>
              <a:t>to logging </a:t>
            </a:r>
            <a:r>
              <a:rPr lang="en-GB" noProof="0" dirty="0"/>
              <a:t>under that run.</a:t>
            </a:r>
          </a:p>
          <a:p>
            <a:endParaRPr lang="en-GB" noProof="0" dirty="0"/>
          </a:p>
          <a:p>
            <a:r>
              <a:rPr lang="en-GB" noProof="0" dirty="0"/>
              <a:t>EX, creating a run and setting the ”Hello” tag to ”World!:</a:t>
            </a:r>
          </a:p>
          <a:p>
            <a:endParaRPr lang="en-GB" noProof="0" dirty="0"/>
          </a:p>
          <a:p>
            <a:pPr marL="0" indent="0">
              <a:buNone/>
            </a:pPr>
            <a:r>
              <a:rPr lang="en-GB" noProof="0" dirty="0" err="1">
                <a:solidFill>
                  <a:schemeClr val="bg1">
                    <a:lumMod val="65000"/>
                  </a:schemeClr>
                </a:solidFill>
              </a:rPr>
              <a:t>mlflow.set_tracking_uri</a:t>
            </a:r>
            <a:r>
              <a:rPr lang="en-GB" noProof="0" dirty="0">
                <a:solidFill>
                  <a:schemeClr val="bg1">
                    <a:lumMod val="65000"/>
                  </a:schemeClr>
                </a:solidFill>
              </a:rPr>
              <a:t>(</a:t>
            </a:r>
            <a:r>
              <a:rPr lang="en-GB" noProof="0" dirty="0">
                <a:solidFill>
                  <a:schemeClr val="bg1">
                    <a:lumMod val="65000"/>
                  </a:schemeClr>
                </a:solidFill>
                <a:hlinkClick r:id="rId2">
                  <a:extLst>
                    <a:ext uri="{A12FA001-AC4F-418D-AE19-62706E023703}">
                      <ahyp:hlinkClr xmlns:ahyp="http://schemas.microsoft.com/office/drawing/2018/hyperlinkcolor" val="tx"/>
                    </a:ext>
                  </a:extLst>
                </a:hlinkClick>
              </a:rPr>
              <a:t>http://127.0.0.1:5000</a:t>
            </a:r>
            <a:r>
              <a:rPr lang="en-GB" noProof="0" dirty="0">
                <a:solidFill>
                  <a:schemeClr val="bg1">
                    <a:lumMod val="65000"/>
                  </a:schemeClr>
                </a:solidFill>
              </a:rPr>
              <a:t>)</a:t>
            </a:r>
          </a:p>
          <a:p>
            <a:pPr marL="0" indent="0">
              <a:buNone/>
            </a:pPr>
            <a:r>
              <a:rPr lang="en-GB" noProof="0" dirty="0" err="1">
                <a:solidFill>
                  <a:schemeClr val="bg1">
                    <a:lumMod val="65000"/>
                  </a:schemeClr>
                </a:solidFill>
              </a:rPr>
              <a:t>mlflow.set_experiment</a:t>
            </a:r>
            <a:r>
              <a:rPr lang="en-GB" noProof="0" dirty="0">
                <a:solidFill>
                  <a:schemeClr val="bg1">
                    <a:lumMod val="65000"/>
                  </a:schemeClr>
                </a:solidFill>
              </a:rPr>
              <a:t>(”</a:t>
            </a:r>
            <a:r>
              <a:rPr lang="en-GB" noProof="0" dirty="0" err="1">
                <a:solidFill>
                  <a:schemeClr val="bg1">
                    <a:lumMod val="65000"/>
                  </a:schemeClr>
                </a:solidFill>
              </a:rPr>
              <a:t>my_experiment</a:t>
            </a:r>
            <a:r>
              <a:rPr lang="en-GB" noProof="0" dirty="0">
                <a:solidFill>
                  <a:schemeClr val="bg1">
                    <a:lumMod val="65000"/>
                  </a:schemeClr>
                </a:solidFill>
              </a:rPr>
              <a:t>”)</a:t>
            </a:r>
          </a:p>
          <a:p>
            <a:pPr marL="0" indent="0">
              <a:buNone/>
            </a:pPr>
            <a:r>
              <a:rPr lang="en-GB" noProof="0" dirty="0"/>
              <a:t>with </a:t>
            </a:r>
            <a:r>
              <a:rPr lang="en-GB" noProof="0" dirty="0" err="1"/>
              <a:t>mlflow.start_run</a:t>
            </a:r>
            <a:r>
              <a:rPr lang="en-GB" noProof="0" dirty="0"/>
              <a:t>() as </a:t>
            </a:r>
            <a:r>
              <a:rPr lang="en-GB" noProof="0" dirty="0">
                <a:solidFill>
                  <a:srgbClr val="00B050"/>
                </a:solidFill>
              </a:rPr>
              <a:t>run</a:t>
            </a:r>
            <a:r>
              <a:rPr lang="en-GB" noProof="0" dirty="0"/>
              <a:t>:</a:t>
            </a:r>
          </a:p>
          <a:p>
            <a:pPr marL="0" indent="0">
              <a:buNone/>
            </a:pPr>
            <a:r>
              <a:rPr lang="en-GB" noProof="0" dirty="0"/>
              <a:t>	</a:t>
            </a:r>
            <a:r>
              <a:rPr lang="en-GB" noProof="0" dirty="0" err="1">
                <a:solidFill>
                  <a:srgbClr val="00B050"/>
                </a:solidFill>
              </a:rPr>
              <a:t>mlflow.set_tag</a:t>
            </a:r>
            <a:r>
              <a:rPr lang="en-GB" noProof="0" dirty="0">
                <a:solidFill>
                  <a:srgbClr val="00B050"/>
                </a:solidFill>
              </a:rPr>
              <a:t>(key="Hello", value="World!")</a:t>
            </a:r>
          </a:p>
          <a:p>
            <a:pPr marL="0" indent="0">
              <a:buNone/>
            </a:pPr>
            <a:r>
              <a:rPr lang="en-GB" noProof="0" dirty="0">
                <a:solidFill>
                  <a:srgbClr val="00B050"/>
                </a:solidFill>
              </a:rPr>
              <a:t>	</a:t>
            </a:r>
            <a:r>
              <a:rPr lang="en-GB" noProof="0" dirty="0" err="1">
                <a:solidFill>
                  <a:srgbClr val="00B050"/>
                </a:solidFill>
              </a:rPr>
              <a:t>model.train_and_log</a:t>
            </a:r>
            <a:r>
              <a:rPr lang="en-GB" noProof="0" dirty="0">
                <a:solidFill>
                  <a:srgbClr val="00B050"/>
                </a:solidFill>
              </a:rPr>
              <a:t>()</a:t>
            </a:r>
          </a:p>
          <a:p>
            <a:pPr marL="0" indent="0">
              <a:buNone/>
            </a:pPr>
            <a:endParaRPr lang="en-GB" noProof="0" dirty="0">
              <a:solidFill>
                <a:srgbClr val="00B050"/>
              </a:solidFill>
            </a:endParaRPr>
          </a:p>
          <a:p>
            <a:endParaRPr lang="en-GB" noProof="0" dirty="0"/>
          </a:p>
        </p:txBody>
      </p:sp>
    </p:spTree>
    <p:extLst>
      <p:ext uri="{BB962C8B-B14F-4D97-AF65-F5344CB8AC3E}">
        <p14:creationId xmlns:p14="http://schemas.microsoft.com/office/powerpoint/2010/main" val="836339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CE9B8-0E3C-AA76-ED31-F0239718FF1C}"/>
              </a:ext>
            </a:extLst>
          </p:cNvPr>
          <p:cNvSpPr>
            <a:spLocks noGrp="1"/>
          </p:cNvSpPr>
          <p:nvPr>
            <p:ph type="title"/>
          </p:nvPr>
        </p:nvSpPr>
        <p:spPr/>
        <p:txBody>
          <a:bodyPr/>
          <a:lstStyle/>
          <a:p>
            <a:r>
              <a:rPr lang="en-GB" noProof="0"/>
              <a:t>Demo script 3</a:t>
            </a:r>
            <a:r>
              <a:rPr lang="en-GB" noProof="0" dirty="0"/>
              <a:t>: Logging to </a:t>
            </a:r>
            <a:r>
              <a:rPr lang="en-GB" noProof="0" dirty="0" err="1"/>
              <a:t>MLFlow</a:t>
            </a:r>
            <a:endParaRPr lang="en-GB" noProof="0" dirty="0"/>
          </a:p>
        </p:txBody>
      </p:sp>
      <p:sp>
        <p:nvSpPr>
          <p:cNvPr id="3" name="Content Placeholder 2">
            <a:extLst>
              <a:ext uri="{FF2B5EF4-FFF2-40B4-BE49-F238E27FC236}">
                <a16:creationId xmlns:a16="http://schemas.microsoft.com/office/drawing/2014/main" id="{3ACF2B96-FE91-438C-DE61-B6958C9C471C}"/>
              </a:ext>
            </a:extLst>
          </p:cNvPr>
          <p:cNvSpPr>
            <a:spLocks noGrp="1"/>
          </p:cNvSpPr>
          <p:nvPr>
            <p:ph idx="1"/>
          </p:nvPr>
        </p:nvSpPr>
        <p:spPr/>
        <p:txBody>
          <a:bodyPr/>
          <a:lstStyle/>
          <a:p>
            <a:pPr marL="0" indent="0">
              <a:buNone/>
            </a:pPr>
            <a:r>
              <a:rPr lang="en-GB" noProof="0" dirty="0"/>
              <a:t>Covers:</a:t>
            </a:r>
          </a:p>
          <a:p>
            <a:r>
              <a:rPr lang="en-GB" noProof="0" dirty="0"/>
              <a:t>Connecting to </a:t>
            </a:r>
            <a:r>
              <a:rPr lang="en-GB" noProof="0" dirty="0" err="1"/>
              <a:t>MLFlow</a:t>
            </a:r>
            <a:r>
              <a:rPr lang="en-GB" noProof="0" dirty="0"/>
              <a:t>.</a:t>
            </a:r>
          </a:p>
          <a:p>
            <a:r>
              <a:rPr lang="en-GB" noProof="0" dirty="0"/>
              <a:t>Logging:</a:t>
            </a:r>
          </a:p>
          <a:p>
            <a:pPr lvl="1">
              <a:buFont typeface="Courier New" panose="02070309020205020404" pitchFamily="49" charset="0"/>
              <a:buChar char="o"/>
            </a:pPr>
            <a:r>
              <a:rPr lang="en-GB" noProof="0" dirty="0"/>
              <a:t>Tags.</a:t>
            </a:r>
          </a:p>
          <a:p>
            <a:pPr lvl="1">
              <a:buFont typeface="Courier New" panose="02070309020205020404" pitchFamily="49" charset="0"/>
              <a:buChar char="o"/>
            </a:pPr>
            <a:r>
              <a:rPr lang="en-GB" noProof="0" dirty="0"/>
              <a:t>Parameters.</a:t>
            </a:r>
          </a:p>
          <a:p>
            <a:pPr lvl="1">
              <a:buFont typeface="Courier New" panose="02070309020205020404" pitchFamily="49" charset="0"/>
              <a:buChar char="o"/>
            </a:pPr>
            <a:r>
              <a:rPr lang="en-GB" noProof="0" dirty="0"/>
              <a:t>Artifacts.</a:t>
            </a:r>
          </a:p>
          <a:p>
            <a:pPr marL="342900" lvl="1" indent="0">
              <a:buNone/>
            </a:pPr>
            <a:endParaRPr lang="en-GB" noProof="0" dirty="0"/>
          </a:p>
        </p:txBody>
      </p:sp>
    </p:spTree>
    <p:extLst>
      <p:ext uri="{BB962C8B-B14F-4D97-AF65-F5344CB8AC3E}">
        <p14:creationId xmlns:p14="http://schemas.microsoft.com/office/powerpoint/2010/main" val="1233461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0DDFE-5016-EB45-6D33-934A9EFB4C76}"/>
              </a:ext>
            </a:extLst>
          </p:cNvPr>
          <p:cNvSpPr>
            <a:spLocks noGrp="1"/>
          </p:cNvSpPr>
          <p:nvPr>
            <p:ph type="title"/>
          </p:nvPr>
        </p:nvSpPr>
        <p:spPr/>
        <p:txBody>
          <a:bodyPr/>
          <a:lstStyle/>
          <a:p>
            <a:r>
              <a:rPr lang="en-GB" noProof="0" dirty="0" err="1"/>
              <a:t>MLFlow</a:t>
            </a:r>
            <a:r>
              <a:rPr lang="en-GB" noProof="0" dirty="0"/>
              <a:t> models </a:t>
            </a:r>
          </a:p>
        </p:txBody>
      </p:sp>
      <p:sp>
        <p:nvSpPr>
          <p:cNvPr id="3" name="Content Placeholder 2">
            <a:extLst>
              <a:ext uri="{FF2B5EF4-FFF2-40B4-BE49-F238E27FC236}">
                <a16:creationId xmlns:a16="http://schemas.microsoft.com/office/drawing/2014/main" id="{FA10DFFF-BF88-7B0B-BE51-B6517FD5DDEC}"/>
              </a:ext>
            </a:extLst>
          </p:cNvPr>
          <p:cNvSpPr>
            <a:spLocks noGrp="1"/>
          </p:cNvSpPr>
          <p:nvPr>
            <p:ph idx="1"/>
          </p:nvPr>
        </p:nvSpPr>
        <p:spPr/>
        <p:txBody>
          <a:bodyPr/>
          <a:lstStyle/>
          <a:p>
            <a:r>
              <a:rPr lang="en-GB" noProof="0" dirty="0"/>
              <a:t>When logging a model in </a:t>
            </a:r>
            <a:r>
              <a:rPr lang="en-GB" noProof="0" dirty="0" err="1"/>
              <a:t>mlflow</a:t>
            </a:r>
            <a:r>
              <a:rPr lang="en-GB" noProof="0" dirty="0"/>
              <a:t> with </a:t>
            </a:r>
            <a:r>
              <a:rPr lang="en-GB" noProof="0" dirty="0" err="1"/>
              <a:t>mlflow.log_model</a:t>
            </a:r>
            <a:r>
              <a:rPr lang="en-GB" noProof="0" dirty="0"/>
              <a:t> a new model artifact is generated (under the runs models).  These can be added globally to the model registry and served by </a:t>
            </a:r>
            <a:r>
              <a:rPr lang="en-GB" noProof="0" dirty="0" err="1"/>
              <a:t>mlflow</a:t>
            </a:r>
            <a:r>
              <a:rPr lang="en-GB" noProof="0" dirty="0"/>
              <a:t> models or in a container.</a:t>
            </a:r>
          </a:p>
          <a:p>
            <a:r>
              <a:rPr lang="en-GB" noProof="0" dirty="0"/>
              <a:t>When logging our models we can provide an input-output signature, package the source files and define the requirements, environment etc.</a:t>
            </a:r>
          </a:p>
          <a:p>
            <a:endParaRPr lang="en-GB" noProof="0" dirty="0"/>
          </a:p>
        </p:txBody>
      </p:sp>
    </p:spTree>
    <p:extLst>
      <p:ext uri="{BB962C8B-B14F-4D97-AF65-F5344CB8AC3E}">
        <p14:creationId xmlns:p14="http://schemas.microsoft.com/office/powerpoint/2010/main" val="1597364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E81F6-307A-EC9F-FFD9-4E774719B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8AE63A-C760-A167-8DEB-88DE14EBFFBB}"/>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6639FC91-6C19-3981-E093-F36E4FE5C8AE}"/>
              </a:ext>
            </a:extLst>
          </p:cNvPr>
          <p:cNvSpPr>
            <a:spLocks noGrp="1"/>
          </p:cNvSpPr>
          <p:nvPr>
            <p:ph idx="1"/>
          </p:nvPr>
        </p:nvSpPr>
        <p:spPr/>
        <p:txBody>
          <a:bodyPr>
            <a:normAutofit/>
          </a:bodyPr>
          <a:lstStyle/>
          <a:p>
            <a:pPr marL="0" indent="0">
              <a:buNone/>
            </a:pPr>
            <a:r>
              <a:rPr lang="en-GB" noProof="0" dirty="0">
                <a:solidFill>
                  <a:srgbClr val="FF0000"/>
                </a:solidFill>
              </a:rPr>
              <a:t>NOTE! We need to set an environment variable pointing at our tracking server to connect the model server. Before using serve in , run the command:</a:t>
            </a:r>
          </a:p>
          <a:p>
            <a:pPr marL="0" indent="0">
              <a:buNone/>
            </a:pPr>
            <a:endParaRPr lang="en-GB" noProof="0" dirty="0">
              <a:solidFill>
                <a:srgbClr val="FF0000"/>
              </a:solidFill>
            </a:endParaRPr>
          </a:p>
          <a:p>
            <a:pPr marL="0" indent="0">
              <a:buNone/>
            </a:pPr>
            <a:r>
              <a:rPr lang="en-GB" noProof="0" dirty="0">
                <a:solidFill>
                  <a:srgbClr val="FF0000"/>
                </a:solidFill>
              </a:rPr>
              <a:t>(windows:) set MLFLOW_TRACKING_URI &lt;tracker host&gt;:&lt;tracker port&gt;</a:t>
            </a:r>
          </a:p>
          <a:p>
            <a:pPr marL="0" indent="0">
              <a:buNone/>
            </a:pPr>
            <a:endParaRPr lang="en-GB" noProof="0" dirty="0">
              <a:solidFill>
                <a:srgbClr val="FF0000"/>
              </a:solidFill>
            </a:endParaRPr>
          </a:p>
          <a:p>
            <a:pPr marL="0" indent="0">
              <a:buNone/>
            </a:pPr>
            <a:r>
              <a:rPr lang="en-GB" noProof="0" dirty="0">
                <a:solidFill>
                  <a:srgbClr val="FF0000"/>
                </a:solidFill>
              </a:rPr>
              <a:t>(</a:t>
            </a:r>
            <a:r>
              <a:rPr lang="en-GB" noProof="0" dirty="0" err="1">
                <a:solidFill>
                  <a:srgbClr val="FF0000"/>
                </a:solidFill>
              </a:rPr>
              <a:t>linux</a:t>
            </a:r>
            <a:r>
              <a:rPr lang="en-GB" noProof="0" dirty="0">
                <a:solidFill>
                  <a:srgbClr val="FF0000"/>
                </a:solidFill>
              </a:rPr>
              <a:t>/mac:) export MLFLOW_TRACKING_URI= &lt;tracker host&gt;:&lt;tracker port&gt;</a:t>
            </a:r>
          </a:p>
          <a:p>
            <a:pPr marL="0" indent="0">
              <a:buNone/>
            </a:pPr>
            <a:endParaRPr lang="en-GB" noProof="0" dirty="0">
              <a:solidFill>
                <a:srgbClr val="FF0000"/>
              </a:solidFill>
            </a:endParaRPr>
          </a:p>
          <a:p>
            <a:pPr marL="0" indent="0">
              <a:buNone/>
            </a:pPr>
            <a:r>
              <a:rPr lang="en-GB" noProof="0" dirty="0">
                <a:solidFill>
                  <a:schemeClr val="tx1">
                    <a:lumMod val="65000"/>
                    <a:lumOff val="35000"/>
                  </a:schemeClr>
                </a:solidFill>
              </a:rPr>
              <a:t>Ex: </a:t>
            </a:r>
            <a:r>
              <a:rPr lang="en-GB" i="1" noProof="0" dirty="0">
                <a:solidFill>
                  <a:schemeClr val="tx1">
                    <a:lumMod val="65000"/>
                    <a:lumOff val="35000"/>
                  </a:schemeClr>
                </a:solidFill>
              </a:rPr>
              <a:t>set MLFLOW_TRACKING_URI http://127.0.0.1:5000</a:t>
            </a:r>
          </a:p>
          <a:p>
            <a:pPr marL="0" indent="0">
              <a:buNone/>
            </a:pPr>
            <a:endParaRPr lang="en-GB" noProof="0" dirty="0">
              <a:solidFill>
                <a:schemeClr val="tx1">
                  <a:lumMod val="75000"/>
                  <a:lumOff val="25000"/>
                </a:schemeClr>
              </a:solidFill>
            </a:endParaRPr>
          </a:p>
          <a:p>
            <a:pPr marL="0" indent="0">
              <a:buNone/>
            </a:pPr>
            <a:endParaRPr lang="en-GB" sz="2000" i="1" noProof="0" dirty="0">
              <a:solidFill>
                <a:srgbClr val="FF0000"/>
              </a:solidFill>
            </a:endParaRPr>
          </a:p>
        </p:txBody>
      </p:sp>
    </p:spTree>
    <p:extLst>
      <p:ext uri="{BB962C8B-B14F-4D97-AF65-F5344CB8AC3E}">
        <p14:creationId xmlns:p14="http://schemas.microsoft.com/office/powerpoint/2010/main" val="81793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D41F-F041-305E-754E-E5B5A0C5CF0E}"/>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170B79FA-8CCD-54A8-5F15-E7987C254B23}"/>
              </a:ext>
            </a:extLst>
          </p:cNvPr>
          <p:cNvSpPr>
            <a:spLocks noGrp="1"/>
          </p:cNvSpPr>
          <p:nvPr>
            <p:ph idx="1"/>
          </p:nvPr>
        </p:nvSpPr>
        <p:spPr/>
        <p:txBody>
          <a:bodyPr>
            <a:normAutofit/>
          </a:bodyPr>
          <a:lstStyle/>
          <a:p>
            <a:pPr marL="0" indent="0">
              <a:buNone/>
            </a:pPr>
            <a:r>
              <a:rPr lang="en-GB" noProof="0" dirty="0"/>
              <a:t>With a model in the </a:t>
            </a:r>
            <a:r>
              <a:rPr lang="en-GB" noProof="0" dirty="0" err="1"/>
              <a:t>mlflow</a:t>
            </a:r>
            <a:r>
              <a:rPr lang="en-GB" noProof="0" dirty="0"/>
              <a:t> registry we may also quickly generate docker images for to test deployment with:</a:t>
            </a:r>
          </a:p>
          <a:p>
            <a:pPr marL="0" indent="0">
              <a:buNone/>
            </a:pPr>
            <a:r>
              <a:rPr lang="en-GB" noProof="0" dirty="0"/>
              <a:t> </a:t>
            </a:r>
            <a:r>
              <a:rPr lang="en-GB" noProof="0" dirty="0" err="1">
                <a:solidFill>
                  <a:schemeClr val="tx2">
                    <a:lumMod val="60000"/>
                    <a:lumOff val="40000"/>
                  </a:schemeClr>
                </a:solidFill>
              </a:rPr>
              <a:t>mlflow</a:t>
            </a:r>
            <a:r>
              <a:rPr lang="en-GB" noProof="0" dirty="0">
                <a:solidFill>
                  <a:schemeClr val="tx2">
                    <a:lumMod val="60000"/>
                    <a:lumOff val="40000"/>
                  </a:schemeClr>
                </a:solidFill>
              </a:rPr>
              <a:t> models build-docker –m ”models:/</a:t>
            </a:r>
            <a:r>
              <a:rPr lang="en-GB" noProof="0" dirty="0" err="1">
                <a:solidFill>
                  <a:schemeClr val="tx1">
                    <a:lumMod val="75000"/>
                    <a:lumOff val="25000"/>
                  </a:schemeClr>
                </a:solidFill>
              </a:rPr>
              <a:t>modelname</a:t>
            </a:r>
            <a:r>
              <a:rPr lang="en-GB" noProof="0" dirty="0">
                <a:solidFill>
                  <a:schemeClr val="tx1">
                    <a:lumMod val="75000"/>
                    <a:lumOff val="25000"/>
                  </a:schemeClr>
                </a:solidFill>
              </a:rPr>
              <a:t>/version</a:t>
            </a:r>
            <a:r>
              <a:rPr lang="en-GB" noProof="0" dirty="0">
                <a:solidFill>
                  <a:schemeClr val="tx2">
                    <a:lumMod val="60000"/>
                    <a:lumOff val="40000"/>
                  </a:schemeClr>
                </a:solidFill>
              </a:rPr>
              <a:t>” –n </a:t>
            </a:r>
            <a:r>
              <a:rPr lang="en-GB" noProof="0" dirty="0" err="1">
                <a:solidFill>
                  <a:schemeClr val="tx1">
                    <a:lumMod val="75000"/>
                    <a:lumOff val="25000"/>
                  </a:schemeClr>
                </a:solidFill>
              </a:rPr>
              <a:t>imagename</a:t>
            </a:r>
            <a:endParaRPr lang="en-GB" noProof="0" dirty="0">
              <a:solidFill>
                <a:schemeClr val="tx1">
                  <a:lumMod val="75000"/>
                  <a:lumOff val="25000"/>
                </a:schemeClr>
              </a:solidFill>
            </a:endParaRPr>
          </a:p>
          <a:p>
            <a:endParaRPr lang="en-GB" noProof="0" dirty="0"/>
          </a:p>
          <a:p>
            <a:pPr marL="0" indent="0">
              <a:buNone/>
            </a:pPr>
            <a:r>
              <a:rPr lang="en-GB" noProof="0" dirty="0"/>
              <a:t>We may also host a local server using </a:t>
            </a:r>
            <a:r>
              <a:rPr lang="en-GB" noProof="0" dirty="0" err="1"/>
              <a:t>mlflow</a:t>
            </a:r>
            <a:r>
              <a:rPr lang="en-GB" noProof="0" dirty="0"/>
              <a:t> command line with: </a:t>
            </a:r>
          </a:p>
          <a:p>
            <a:pPr marL="0" indent="0">
              <a:buNone/>
            </a:pPr>
            <a:endParaRPr lang="en-GB" noProof="0" dirty="0"/>
          </a:p>
          <a:p>
            <a:pPr marL="0" indent="0">
              <a:buNone/>
            </a:pPr>
            <a:r>
              <a:rPr lang="en-GB" noProof="0" dirty="0" err="1">
                <a:solidFill>
                  <a:schemeClr val="tx2">
                    <a:lumMod val="60000"/>
                    <a:lumOff val="40000"/>
                  </a:schemeClr>
                </a:solidFill>
              </a:rPr>
              <a:t>mlflow</a:t>
            </a:r>
            <a:r>
              <a:rPr lang="en-GB" noProof="0" dirty="0">
                <a:solidFill>
                  <a:schemeClr val="tx2">
                    <a:lumMod val="60000"/>
                    <a:lumOff val="40000"/>
                  </a:schemeClr>
                </a:solidFill>
              </a:rPr>
              <a:t> models serve -m "models:/</a:t>
            </a:r>
            <a:r>
              <a:rPr lang="en-GB" noProof="0" dirty="0" err="1">
                <a:solidFill>
                  <a:schemeClr val="tx1">
                    <a:lumMod val="75000"/>
                    <a:lumOff val="25000"/>
                  </a:schemeClr>
                </a:solidFill>
              </a:rPr>
              <a:t>modelname</a:t>
            </a:r>
            <a:r>
              <a:rPr lang="en-GB" noProof="0" dirty="0">
                <a:solidFill>
                  <a:schemeClr val="tx1">
                    <a:lumMod val="75000"/>
                    <a:lumOff val="25000"/>
                  </a:schemeClr>
                </a:solidFill>
              </a:rPr>
              <a:t>/version</a:t>
            </a:r>
            <a:r>
              <a:rPr lang="en-GB" noProof="0" dirty="0">
                <a:solidFill>
                  <a:schemeClr val="tx2">
                    <a:lumMod val="60000"/>
                    <a:lumOff val="40000"/>
                  </a:schemeClr>
                </a:solidFill>
              </a:rPr>
              <a:t>" -p </a:t>
            </a:r>
            <a:r>
              <a:rPr lang="en-GB" noProof="0" dirty="0">
                <a:solidFill>
                  <a:schemeClr val="tx1">
                    <a:lumMod val="75000"/>
                    <a:lumOff val="25000"/>
                  </a:schemeClr>
                </a:solidFill>
              </a:rPr>
              <a:t>port</a:t>
            </a:r>
          </a:p>
          <a:p>
            <a:pPr marL="0" indent="0">
              <a:buNone/>
            </a:pPr>
            <a:endParaRPr lang="en-GB" noProof="0" dirty="0">
              <a:solidFill>
                <a:schemeClr val="tx1">
                  <a:lumMod val="75000"/>
                  <a:lumOff val="25000"/>
                </a:schemeClr>
              </a:solidFill>
            </a:endParaRPr>
          </a:p>
          <a:p>
            <a:pPr marL="0" indent="0">
              <a:buNone/>
            </a:pPr>
            <a:endParaRPr lang="en-GB" sz="2000" i="1" noProof="0" dirty="0">
              <a:solidFill>
                <a:srgbClr val="FF0000"/>
              </a:solidFill>
            </a:endParaRPr>
          </a:p>
        </p:txBody>
      </p:sp>
    </p:spTree>
    <p:extLst>
      <p:ext uri="{BB962C8B-B14F-4D97-AF65-F5344CB8AC3E}">
        <p14:creationId xmlns:p14="http://schemas.microsoft.com/office/powerpoint/2010/main" val="3697593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46303-5BAC-A64E-B547-EA956C8A7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D0433-0803-FAC0-FA2F-8B7F16BDEB92}"/>
              </a:ext>
            </a:extLst>
          </p:cNvPr>
          <p:cNvSpPr>
            <a:spLocks noGrp="1"/>
          </p:cNvSpPr>
          <p:nvPr>
            <p:ph type="title"/>
          </p:nvPr>
        </p:nvSpPr>
        <p:spPr/>
        <p:txBody>
          <a:bodyPr/>
          <a:lstStyle/>
          <a:p>
            <a:r>
              <a:rPr lang="en-GB" noProof="0" dirty="0"/>
              <a:t>Serving a registered model</a:t>
            </a:r>
          </a:p>
        </p:txBody>
      </p:sp>
      <p:sp>
        <p:nvSpPr>
          <p:cNvPr id="3" name="Content Placeholder 2">
            <a:extLst>
              <a:ext uri="{FF2B5EF4-FFF2-40B4-BE49-F238E27FC236}">
                <a16:creationId xmlns:a16="http://schemas.microsoft.com/office/drawing/2014/main" id="{9FE3C3B5-AA58-189A-4A41-D0B7870CAD01}"/>
              </a:ext>
            </a:extLst>
          </p:cNvPr>
          <p:cNvSpPr>
            <a:spLocks noGrp="1"/>
          </p:cNvSpPr>
          <p:nvPr>
            <p:ph idx="1"/>
          </p:nvPr>
        </p:nvSpPr>
        <p:spPr/>
        <p:txBody>
          <a:bodyPr>
            <a:normAutofit/>
          </a:bodyPr>
          <a:lstStyle/>
          <a:p>
            <a:pPr marL="0" indent="0">
              <a:buNone/>
            </a:pPr>
            <a:r>
              <a:rPr lang="en-GB" noProof="0" dirty="0"/>
              <a:t>In our exercise (running with default names and configurations) this will be:</a:t>
            </a:r>
          </a:p>
          <a:p>
            <a:pPr marL="0" indent="0">
              <a:buNone/>
            </a:pPr>
            <a:endParaRPr lang="en-GB" noProof="0" dirty="0"/>
          </a:p>
          <a:p>
            <a:pPr marL="0" indent="0">
              <a:buNone/>
            </a:pPr>
            <a:r>
              <a:rPr lang="en-GB" noProof="0" dirty="0" err="1">
                <a:solidFill>
                  <a:schemeClr val="tx2">
                    <a:lumMod val="60000"/>
                    <a:lumOff val="40000"/>
                  </a:schemeClr>
                </a:solidFill>
              </a:rPr>
              <a:t>mlflow</a:t>
            </a:r>
            <a:r>
              <a:rPr lang="en-GB" noProof="0" dirty="0">
                <a:solidFill>
                  <a:schemeClr val="tx2">
                    <a:lumMod val="60000"/>
                    <a:lumOff val="40000"/>
                  </a:schemeClr>
                </a:solidFill>
              </a:rPr>
              <a:t> models serve -m "models:/</a:t>
            </a:r>
            <a:r>
              <a:rPr lang="en-GB" noProof="0" dirty="0" err="1">
                <a:solidFill>
                  <a:schemeClr val="tx2">
                    <a:lumMod val="60000"/>
                    <a:lumOff val="40000"/>
                  </a:schemeClr>
                </a:solidFill>
              </a:rPr>
              <a:t>registered_models</a:t>
            </a:r>
            <a:r>
              <a:rPr lang="en-GB" noProof="0" dirty="0">
                <a:solidFill>
                  <a:schemeClr val="tx2">
                    <a:lumMod val="60000"/>
                    <a:lumOff val="40000"/>
                  </a:schemeClr>
                </a:solidFill>
              </a:rPr>
              <a:t>/latest" --no-</a:t>
            </a:r>
            <a:r>
              <a:rPr lang="en-GB" noProof="0" dirty="0" err="1">
                <a:solidFill>
                  <a:schemeClr val="tx2">
                    <a:lumMod val="60000"/>
                    <a:lumOff val="40000"/>
                  </a:schemeClr>
                </a:solidFill>
              </a:rPr>
              <a:t>conda</a:t>
            </a:r>
            <a:r>
              <a:rPr lang="en-GB" noProof="0" dirty="0">
                <a:solidFill>
                  <a:schemeClr val="tx2">
                    <a:lumMod val="60000"/>
                    <a:lumOff val="40000"/>
                  </a:schemeClr>
                </a:solidFill>
              </a:rPr>
              <a:t> -p 5001</a:t>
            </a:r>
          </a:p>
          <a:p>
            <a:pPr marL="0" indent="0">
              <a:buNone/>
            </a:pPr>
            <a:endParaRPr lang="en-GB" noProof="0" dirty="0">
              <a:solidFill>
                <a:schemeClr val="tx2">
                  <a:lumMod val="60000"/>
                  <a:lumOff val="40000"/>
                </a:schemeClr>
              </a:solidFill>
            </a:endParaRPr>
          </a:p>
          <a:p>
            <a:pPr marL="0" indent="0">
              <a:buNone/>
            </a:pPr>
            <a:r>
              <a:rPr lang="en-GB" sz="2000" i="1" noProof="0" dirty="0">
                <a:solidFill>
                  <a:schemeClr val="tx1">
                    <a:lumMod val="65000"/>
                    <a:lumOff val="35000"/>
                  </a:schemeClr>
                </a:solidFill>
              </a:rPr>
              <a:t>(Where we disable the environment setup using –no-</a:t>
            </a:r>
            <a:r>
              <a:rPr lang="en-GB" sz="2000" i="1" noProof="0" dirty="0" err="1">
                <a:solidFill>
                  <a:schemeClr val="tx1">
                    <a:lumMod val="65000"/>
                    <a:lumOff val="35000"/>
                  </a:schemeClr>
                </a:solidFill>
              </a:rPr>
              <a:t>conda</a:t>
            </a:r>
            <a:r>
              <a:rPr lang="en-GB" sz="2000" i="1" noProof="0" dirty="0">
                <a:solidFill>
                  <a:schemeClr val="tx1">
                    <a:lumMod val="65000"/>
                    <a:lumOff val="35000"/>
                  </a:schemeClr>
                </a:solidFill>
              </a:rPr>
              <a:t> due to working in an environment already set up for the project.)</a:t>
            </a:r>
          </a:p>
          <a:p>
            <a:pPr marL="0" indent="0">
              <a:buNone/>
            </a:pPr>
            <a:endParaRPr lang="en-GB" sz="2000" i="1" noProof="0" dirty="0">
              <a:solidFill>
                <a:schemeClr val="tx1">
                  <a:lumMod val="65000"/>
                  <a:lumOff val="35000"/>
                </a:schemeClr>
              </a:solidFill>
            </a:endParaRPr>
          </a:p>
        </p:txBody>
      </p:sp>
    </p:spTree>
    <p:extLst>
      <p:ext uri="{BB962C8B-B14F-4D97-AF65-F5344CB8AC3E}">
        <p14:creationId xmlns:p14="http://schemas.microsoft.com/office/powerpoint/2010/main" val="27614149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3461-6896-CC76-A0D1-C1C0E10A44D8}"/>
              </a:ext>
            </a:extLst>
          </p:cNvPr>
          <p:cNvSpPr>
            <a:spLocks noGrp="1"/>
          </p:cNvSpPr>
          <p:nvPr>
            <p:ph type="title"/>
          </p:nvPr>
        </p:nvSpPr>
        <p:spPr/>
        <p:txBody>
          <a:bodyPr/>
          <a:lstStyle/>
          <a:p>
            <a:r>
              <a:rPr lang="en-GB" dirty="0"/>
              <a:t>In summary:</a:t>
            </a:r>
          </a:p>
        </p:txBody>
      </p:sp>
      <p:sp>
        <p:nvSpPr>
          <p:cNvPr id="3" name="Content Placeholder 2">
            <a:extLst>
              <a:ext uri="{FF2B5EF4-FFF2-40B4-BE49-F238E27FC236}">
                <a16:creationId xmlns:a16="http://schemas.microsoft.com/office/drawing/2014/main" id="{6DEBEC5F-15F7-0A98-9690-959BF1EAF380}"/>
              </a:ext>
            </a:extLst>
          </p:cNvPr>
          <p:cNvSpPr>
            <a:spLocks noGrp="1"/>
          </p:cNvSpPr>
          <p:nvPr>
            <p:ph idx="1"/>
          </p:nvPr>
        </p:nvSpPr>
        <p:spPr/>
        <p:txBody>
          <a:bodyPr/>
          <a:lstStyle/>
          <a:p>
            <a:r>
              <a:rPr lang="en-GB" dirty="0" err="1"/>
              <a:t>Optuna</a:t>
            </a:r>
            <a:r>
              <a:rPr lang="en-GB" dirty="0"/>
              <a:t> is your friend for exploring the hyperparameter space.</a:t>
            </a:r>
          </a:p>
          <a:p>
            <a:r>
              <a:rPr lang="en-GB" dirty="0" err="1"/>
              <a:t>Mlflow</a:t>
            </a:r>
            <a:r>
              <a:rPr lang="en-GB" dirty="0"/>
              <a:t> manages your growing collection of experiments and offer flexible features for managing their lifecycle.</a:t>
            </a:r>
          </a:p>
          <a:p>
            <a:endParaRPr lang="en-GB" dirty="0"/>
          </a:p>
          <a:p>
            <a:r>
              <a:rPr lang="en-GB" dirty="0"/>
              <a:t>Let us now take a break!</a:t>
            </a:r>
          </a:p>
        </p:txBody>
      </p:sp>
      <p:pic>
        <p:nvPicPr>
          <p:cNvPr id="5" name="Graphic 4" descr="Coffee with solid fill">
            <a:extLst>
              <a:ext uri="{FF2B5EF4-FFF2-40B4-BE49-F238E27FC236}">
                <a16:creationId xmlns:a16="http://schemas.microsoft.com/office/drawing/2014/main" id="{47617636-C166-D324-5A34-445A6F5415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64143" y="3306725"/>
            <a:ext cx="2274102" cy="2274102"/>
          </a:xfrm>
          <a:prstGeom prst="rect">
            <a:avLst/>
          </a:prstGeom>
        </p:spPr>
      </p:pic>
      <p:pic>
        <p:nvPicPr>
          <p:cNvPr id="7" name="Graphic 6" descr="Hourglass Finished with solid fill">
            <a:extLst>
              <a:ext uri="{FF2B5EF4-FFF2-40B4-BE49-F238E27FC236}">
                <a16:creationId xmlns:a16="http://schemas.microsoft.com/office/drawing/2014/main" id="{A223E9B5-3267-5E68-9BF7-4584B4E40B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1279" y="4341600"/>
            <a:ext cx="914400" cy="914400"/>
          </a:xfrm>
          <a:prstGeom prst="rect">
            <a:avLst/>
          </a:prstGeom>
        </p:spPr>
      </p:pic>
    </p:spTree>
    <p:extLst>
      <p:ext uri="{BB962C8B-B14F-4D97-AF65-F5344CB8AC3E}">
        <p14:creationId xmlns:p14="http://schemas.microsoft.com/office/powerpoint/2010/main" val="2055356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C7B1B-E815-942B-0AD8-3C9997C80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4E728-BDBE-703A-FC1B-83E97B37A684}"/>
              </a:ext>
            </a:extLst>
          </p:cNvPr>
          <p:cNvSpPr>
            <a:spLocks noGrp="1"/>
          </p:cNvSpPr>
          <p:nvPr>
            <p:ph type="title"/>
          </p:nvPr>
        </p:nvSpPr>
        <p:spPr/>
        <p:txBody>
          <a:bodyPr/>
          <a:lstStyle/>
          <a:p>
            <a:endParaRPr lang="en-GB" dirty="0"/>
          </a:p>
        </p:txBody>
      </p:sp>
      <p:pic>
        <p:nvPicPr>
          <p:cNvPr id="5" name="Picture 4">
            <a:extLst>
              <a:ext uri="{FF2B5EF4-FFF2-40B4-BE49-F238E27FC236}">
                <a16:creationId xmlns:a16="http://schemas.microsoft.com/office/drawing/2014/main" id="{E2F9CBCC-1976-EB36-E00B-2D4BB16EEF4E}"/>
              </a:ext>
            </a:extLst>
          </p:cNvPr>
          <p:cNvPicPr>
            <a:picLocks noChangeAspect="1"/>
          </p:cNvPicPr>
          <p:nvPr/>
        </p:nvPicPr>
        <p:blipFill>
          <a:blip r:embed="rId2"/>
          <a:stretch>
            <a:fillRect/>
          </a:stretch>
        </p:blipFill>
        <p:spPr>
          <a:xfrm>
            <a:off x="4257032" y="2108715"/>
            <a:ext cx="3276884" cy="3292125"/>
          </a:xfrm>
          <a:prstGeom prst="rect">
            <a:avLst/>
          </a:prstGeom>
        </p:spPr>
      </p:pic>
      <p:sp>
        <p:nvSpPr>
          <p:cNvPr id="7" name="TextBox 6">
            <a:extLst>
              <a:ext uri="{FF2B5EF4-FFF2-40B4-BE49-F238E27FC236}">
                <a16:creationId xmlns:a16="http://schemas.microsoft.com/office/drawing/2014/main" id="{67DE33BB-C688-98FD-16F3-9BEA61175617}"/>
              </a:ext>
            </a:extLst>
          </p:cNvPr>
          <p:cNvSpPr txBox="1"/>
          <p:nvPr/>
        </p:nvSpPr>
        <p:spPr>
          <a:xfrm>
            <a:off x="2786242" y="5400840"/>
            <a:ext cx="6619515" cy="461665"/>
          </a:xfrm>
          <a:prstGeom prst="rect">
            <a:avLst/>
          </a:prstGeom>
          <a:noFill/>
        </p:spPr>
        <p:txBody>
          <a:bodyPr wrap="square">
            <a:spAutoFit/>
          </a:bodyPr>
          <a:lstStyle/>
          <a:p>
            <a:r>
              <a:rPr lang="en-GB" sz="2400" dirty="0">
                <a:hlinkClick r:id="rId3"/>
              </a:rPr>
              <a:t>https://github.com/caisr-hh/handson_mlflow_optuna</a:t>
            </a:r>
            <a:endParaRPr lang="en-GB" sz="2400" dirty="0"/>
          </a:p>
        </p:txBody>
      </p:sp>
    </p:spTree>
    <p:extLst>
      <p:ext uri="{BB962C8B-B14F-4D97-AF65-F5344CB8AC3E}">
        <p14:creationId xmlns:p14="http://schemas.microsoft.com/office/powerpoint/2010/main" val="982280183"/>
      </p:ext>
    </p:extLst>
  </p:cSld>
  <p:clrMapOvr>
    <a:masterClrMapping/>
  </p:clrMapOvr>
</p:sld>
</file>

<file path=ppt/theme/theme1.xml><?xml version="1.0" encoding="utf-8"?>
<a:theme xmlns:a="http://schemas.openxmlformats.org/drawingml/2006/main" name="HH_Tema_Bredbild">
  <a:themeElements>
    <a:clrScheme name="HH-mall">
      <a:dk1>
        <a:sysClr val="windowText" lastClr="000000"/>
      </a:dk1>
      <a:lt1>
        <a:sysClr val="window" lastClr="FFFFFF"/>
      </a:lt1>
      <a:dk2>
        <a:srgbClr val="1F497D"/>
      </a:dk2>
      <a:lt2>
        <a:srgbClr val="EEECE1"/>
      </a:lt2>
      <a:accent1>
        <a:srgbClr val="004985"/>
      </a:accent1>
      <a:accent2>
        <a:srgbClr val="22BBEA"/>
      </a:accent2>
      <a:accent3>
        <a:srgbClr val="006DB0"/>
      </a:accent3>
      <a:accent4>
        <a:srgbClr val="96C0E3"/>
      </a:accent4>
      <a:accent5>
        <a:srgbClr val="B81218"/>
      </a:accent5>
      <a:accent6>
        <a:srgbClr val="B0CC3B"/>
      </a:accent6>
      <a:hlink>
        <a:srgbClr val="0000FF"/>
      </a:hlink>
      <a:folHlink>
        <a:srgbClr val="800080"/>
      </a:folHlink>
    </a:clrScheme>
    <a:fontScheme name="HH-PPT">
      <a:majorFont>
        <a:latin typeface="Gill Sans Std"/>
        <a:ea typeface=""/>
        <a:cs typeface=""/>
      </a:majorFont>
      <a:minorFont>
        <a:latin typeface="Gill Sans St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53" id="{FA968A38-EE16-894E-B128-1196C3410603}" vid="{5B1A080D-E40F-534B-9E6D-BB2426F56E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8a62b21-5b7a-43f2-b3a8-c78bcb4d290e">
      <Terms xmlns="http://schemas.microsoft.com/office/infopath/2007/PartnerControls"/>
    </lcf76f155ced4ddcb4097134ff3c332f>
    <TaxCatchAll xmlns="800987bc-c2e6-4de3-999c-991a2fcbffa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F52B32CC3EDBA45AE1C67F95CF2265B" ma:contentTypeVersion="10" ma:contentTypeDescription="Create a new document." ma:contentTypeScope="" ma:versionID="d0b57fc3db4fe54854b05f69ec0d15a3">
  <xsd:schema xmlns:xsd="http://www.w3.org/2001/XMLSchema" xmlns:xs="http://www.w3.org/2001/XMLSchema" xmlns:p="http://schemas.microsoft.com/office/2006/metadata/properties" xmlns:ns2="58a62b21-5b7a-43f2-b3a8-c78bcb4d290e" xmlns:ns3="800987bc-c2e6-4de3-999c-991a2fcbffae" targetNamespace="http://schemas.microsoft.com/office/2006/metadata/properties" ma:root="true" ma:fieldsID="fca18c009981b7473d2ec2f63cf72fe6" ns2:_="" ns3:_="">
    <xsd:import namespace="58a62b21-5b7a-43f2-b3a8-c78bcb4d290e"/>
    <xsd:import namespace="800987bc-c2e6-4de3-999c-991a2fcbffa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a62b21-5b7a-43f2-b3a8-c78bcb4d29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40564354-fc98-4780-8b9d-42bd6952d0a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00987bc-c2e6-4de3-999c-991a2fcbffa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3fe2581-38c2-4023-9a40-d435f740cc74}" ma:internalName="TaxCatchAll" ma:showField="CatchAllData" ma:web="800987bc-c2e6-4de3-999c-991a2fcbffa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EEE59F-AA54-4C9C-BCA1-725BB87F78A3}">
  <ds:schemaRefs>
    <ds:schemaRef ds:uri="http://schemas.microsoft.com/office/2006/documentManagement/types"/>
    <ds:schemaRef ds:uri="http://purl.org/dc/terms/"/>
    <ds:schemaRef ds:uri="58a62b21-5b7a-43f2-b3a8-c78bcb4d290e"/>
    <ds:schemaRef ds:uri="http://schemas.microsoft.com/office/2006/metadata/properties"/>
    <ds:schemaRef ds:uri="http://purl.org/dc/elements/1.1/"/>
    <ds:schemaRef ds:uri="http://www.w3.org/XML/1998/namespace"/>
    <ds:schemaRef ds:uri="http://schemas.openxmlformats.org/package/2006/metadata/core-properties"/>
    <ds:schemaRef ds:uri="800987bc-c2e6-4de3-999c-991a2fcbffae"/>
    <ds:schemaRef ds:uri="http://schemas.microsoft.com/office/infopath/2007/PartnerControls"/>
    <ds:schemaRef ds:uri="http://purl.org/dc/dcmitype/"/>
  </ds:schemaRefs>
</ds:datastoreItem>
</file>

<file path=customXml/itemProps2.xml><?xml version="1.0" encoding="utf-8"?>
<ds:datastoreItem xmlns:ds="http://schemas.openxmlformats.org/officeDocument/2006/customXml" ds:itemID="{8302D36C-189B-4E7F-82CC-84784A4DF9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a62b21-5b7a-43f2-b3a8-c78bcb4d290e"/>
    <ds:schemaRef ds:uri="800987bc-c2e6-4de3-999c-991a2fcbff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E1971E8-23B5-43B3-9A4C-0E1B2946A2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PresentationENG_Bredbild</Template>
  <TotalTime>22556</TotalTime>
  <Words>2433</Words>
  <Application>Microsoft Office PowerPoint</Application>
  <PresentationFormat>Widescreen</PresentationFormat>
  <Paragraphs>243</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Aptos</vt:lpstr>
      <vt:lpstr>Arial</vt:lpstr>
      <vt:lpstr>Courier New</vt:lpstr>
      <vt:lpstr>Gill Sans Std</vt:lpstr>
      <vt:lpstr>Gill Sans Std Light</vt:lpstr>
      <vt:lpstr>JetBrains Mono</vt:lpstr>
      <vt:lpstr>HH_Tema_Bredbild</vt:lpstr>
      <vt:lpstr>Material</vt:lpstr>
      <vt:lpstr>Tutorial on Systems Over Models: What Actually Works in Industry (SOMI-2026) </vt:lpstr>
      <vt:lpstr>Organizers</vt:lpstr>
      <vt:lpstr>Introducing ourselves</vt:lpstr>
      <vt:lpstr>Prelude</vt:lpstr>
      <vt:lpstr>Why are we hosting Systems over Models?</vt:lpstr>
      <vt:lpstr>Friction</vt:lpstr>
      <vt:lpstr>The specialist issue</vt:lpstr>
      <vt:lpstr>Our goals for today's tutorials</vt:lpstr>
      <vt:lpstr>Part 1- Tools of the trade</vt:lpstr>
      <vt:lpstr>Hyperparameter selection (Optuna)</vt:lpstr>
      <vt:lpstr>Studies</vt:lpstr>
      <vt:lpstr>Studies</vt:lpstr>
      <vt:lpstr>Suggest</vt:lpstr>
      <vt:lpstr>Objectives</vt:lpstr>
      <vt:lpstr>Ex:  Defining our objective</vt:lpstr>
      <vt:lpstr>Ex:  Defining and running our study</vt:lpstr>
      <vt:lpstr>Optuna dashboard</vt:lpstr>
      <vt:lpstr>Demo script 1: Optimizing with optuna.</vt:lpstr>
      <vt:lpstr>The result:</vt:lpstr>
      <vt:lpstr>The result:</vt:lpstr>
      <vt:lpstr>The result:</vt:lpstr>
      <vt:lpstr>The result:</vt:lpstr>
      <vt:lpstr>Pruning</vt:lpstr>
      <vt:lpstr>Pruning</vt:lpstr>
      <vt:lpstr>Pruning</vt:lpstr>
      <vt:lpstr>Demo script 2: Pruning</vt:lpstr>
      <vt:lpstr>Experiment tracking (MLFlow)</vt:lpstr>
      <vt:lpstr>General structure</vt:lpstr>
      <vt:lpstr>Setting up the MLFlow tracking server</vt:lpstr>
      <vt:lpstr>Connecting to mlflow in your code:</vt:lpstr>
      <vt:lpstr>MLFlow logging</vt:lpstr>
      <vt:lpstr>MLFlow logging</vt:lpstr>
      <vt:lpstr>Active run</vt:lpstr>
      <vt:lpstr>Demo script 3: Logging to MLFlow</vt:lpstr>
      <vt:lpstr>MLFlow models </vt:lpstr>
      <vt:lpstr>Serving a registered model</vt:lpstr>
      <vt:lpstr>Serving a registered model</vt:lpstr>
      <vt:lpstr>Serving a registered model</vt:lpstr>
      <vt:lpstr>In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Mikael Andersson</dc:creator>
  <cp:lastModifiedBy>Mikael Andersson</cp:lastModifiedBy>
  <cp:revision>8</cp:revision>
  <dcterms:created xsi:type="dcterms:W3CDTF">2026-01-28T09:59:36Z</dcterms:created>
  <dcterms:modified xsi:type="dcterms:W3CDTF">2026-09-15T06:17:19Z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0x0101005F52B32CC3EDBA45AE1C67F95CF2265B</vt:lpwstr>
  </property>
  <property fmtid="{D5CDD505-2E9C-101B-9397-08002B2CF9AE}" pid="3" name="MediaServiceImageTags">
    <vt:lpwstr/>
  </property>
</Properties>
</file>